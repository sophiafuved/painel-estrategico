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tags/tag5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4" r:id="rId4"/>
    <p:sldMasterId id="2147483799" r:id="rId5"/>
    <p:sldMasterId id="2147483814" r:id="rId6"/>
    <p:sldMasterId id="2147483816" r:id="rId7"/>
  </p:sldMasterIdLst>
  <p:notesMasterIdLst>
    <p:notesMasterId r:id="rId15"/>
  </p:notesMasterIdLst>
  <p:handoutMasterIdLst>
    <p:handoutMasterId r:id="rId16"/>
  </p:handoutMasterIdLst>
  <p:sldIdLst>
    <p:sldId id="2147475241" r:id="rId8"/>
    <p:sldId id="2147378174" r:id="rId9"/>
    <p:sldId id="2147481668" r:id="rId10"/>
    <p:sldId id="2147481693" r:id="rId11"/>
    <p:sldId id="2147481695" r:id="rId12"/>
    <p:sldId id="2147481694" r:id="rId13"/>
    <p:sldId id="2147481626" r:id="rId14"/>
  </p:sldIdLst>
  <p:sldSz cx="12192000" cy="6858000"/>
  <p:notesSz cx="6797675" cy="9928225"/>
  <p:custDataLst>
    <p:tags r:id="rId17"/>
  </p:custData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" userDrawn="1">
          <p15:clr>
            <a:srgbClr val="A4A3A4"/>
          </p15:clr>
        </p15:guide>
        <p15:guide id="2" pos="4021" userDrawn="1">
          <p15:clr>
            <a:srgbClr val="A4A3A4"/>
          </p15:clr>
        </p15:guide>
        <p15:guide id="3" orient="horz" pos="3884" userDrawn="1">
          <p15:clr>
            <a:srgbClr val="A4A3A4"/>
          </p15:clr>
        </p15:guide>
        <p15:guide id="4" pos="619" userDrawn="1">
          <p15:clr>
            <a:srgbClr val="A4A3A4"/>
          </p15:clr>
        </p15:guide>
        <p15:guide id="5" orient="horz" pos="119" userDrawn="1">
          <p15:clr>
            <a:srgbClr val="A4A3A4"/>
          </p15:clr>
        </p15:guide>
        <p15:guide id="6" orient="horz" pos="227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96C507-8835-BE58-3DF8-1BC118C5B254}" name="Sophia Faria Uveda" initials="SF" userId="S::sophia.uveda@dex.co::81a1e278-8e6c-4aa7-ac7f-db58773686da" providerId="AD"/>
  <p188:author id="{FF861B83-1D8C-613C-02AC-42497797E733}" name="Ramon Romagna Peterle" initials="RR" userId="S::ramon.peterle@dex.co::eda52afd-4049-4bc2-8d93-39a21245c20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4B0B"/>
    <a:srgbClr val="686868"/>
    <a:srgbClr val="D7428B"/>
    <a:srgbClr val="5AA2AE"/>
    <a:srgbClr val="8064A2"/>
    <a:srgbClr val="7030A0"/>
    <a:srgbClr val="FF3300"/>
    <a:srgbClr val="9BBB59"/>
    <a:srgbClr val="171717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1BA559-4E64-467D-9A20-7919334973CB}" v="16" dt="2026-10-01T19:22:19.3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46"/>
        <p:guide pos="4021"/>
        <p:guide orient="horz" pos="3884"/>
        <p:guide pos="619"/>
        <p:guide orient="horz" pos="119"/>
        <p:guide orient="horz" pos="2273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3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phia Faria Uveda" userId="81a1e278-8e6c-4aa7-ac7f-db58773686da" providerId="ADAL" clId="{A3856956-F224-4FF1-80BB-F3EB1B4A727A}"/>
    <pc:docChg chg="undo custSel addSld delSld modSld">
      <pc:chgData name="Sophia Faria Uveda" userId="81a1e278-8e6c-4aa7-ac7f-db58773686da" providerId="ADAL" clId="{A3856956-F224-4FF1-80BB-F3EB1B4A727A}" dt="2026-10-01T19:22:19.351" v="477" actId="478"/>
      <pc:docMkLst>
        <pc:docMk/>
      </pc:docMkLst>
      <pc:sldChg chg="addSp delSp modSp add mod setBg modClrScheme chgLayout">
        <pc:chgData name="Sophia Faria Uveda" userId="81a1e278-8e6c-4aa7-ac7f-db58773686da" providerId="ADAL" clId="{A3856956-F224-4FF1-80BB-F3EB1B4A727A}" dt="2026-09-24T19:31:28.765" v="468" actId="1037"/>
        <pc:sldMkLst>
          <pc:docMk/>
          <pc:sldMk cId="1345224364" sldId="2147378174"/>
        </pc:sldMkLst>
        <pc:spChg chg="add mod">
          <ac:chgData name="Sophia Faria Uveda" userId="81a1e278-8e6c-4aa7-ac7f-db58773686da" providerId="ADAL" clId="{A3856956-F224-4FF1-80BB-F3EB1B4A727A}" dt="2026-09-24T19:31:22.734" v="463" actId="552"/>
          <ac:spMkLst>
            <pc:docMk/>
            <pc:sldMk cId="1345224364" sldId="2147378174"/>
            <ac:spMk id="6" creationId="{04823B7A-3E0C-99BF-B55D-C66A09A78B65}"/>
          </ac:spMkLst>
        </pc:spChg>
        <pc:spChg chg="add mod">
          <ac:chgData name="Sophia Faria Uveda" userId="81a1e278-8e6c-4aa7-ac7f-db58773686da" providerId="ADAL" clId="{A3856956-F224-4FF1-80BB-F3EB1B4A727A}" dt="2026-09-24T19:31:18.473" v="462" actId="553"/>
          <ac:spMkLst>
            <pc:docMk/>
            <pc:sldMk cId="1345224364" sldId="2147378174"/>
            <ac:spMk id="8" creationId="{D98048B8-2A32-009B-0F91-E2EF66C58B68}"/>
          </ac:spMkLst>
        </pc:spChg>
        <pc:spChg chg="add mod">
          <ac:chgData name="Sophia Faria Uveda" userId="81a1e278-8e6c-4aa7-ac7f-db58773686da" providerId="ADAL" clId="{A3856956-F224-4FF1-80BB-F3EB1B4A727A}" dt="2026-09-24T19:31:18.473" v="462" actId="553"/>
          <ac:spMkLst>
            <pc:docMk/>
            <pc:sldMk cId="1345224364" sldId="2147378174"/>
            <ac:spMk id="10" creationId="{0D5745AE-56F1-9C5D-4139-FE96F3E93A4C}"/>
          </ac:spMkLst>
        </pc:spChg>
        <pc:spChg chg="add mod">
          <ac:chgData name="Sophia Faria Uveda" userId="81a1e278-8e6c-4aa7-ac7f-db58773686da" providerId="ADAL" clId="{A3856956-F224-4FF1-80BB-F3EB1B4A727A}" dt="2026-09-24T19:31:22.734" v="463" actId="552"/>
          <ac:spMkLst>
            <pc:docMk/>
            <pc:sldMk cId="1345224364" sldId="2147378174"/>
            <ac:spMk id="12" creationId="{6169B2A4-91AC-BE87-810F-6B7AB3646836}"/>
          </ac:spMkLst>
        </pc:spChg>
        <pc:spChg chg="add mod">
          <ac:chgData name="Sophia Faria Uveda" userId="81a1e278-8e6c-4aa7-ac7f-db58773686da" providerId="ADAL" clId="{A3856956-F224-4FF1-80BB-F3EB1B4A727A}" dt="2026-09-24T19:31:28.765" v="468" actId="1037"/>
          <ac:spMkLst>
            <pc:docMk/>
            <pc:sldMk cId="1345224364" sldId="2147378174"/>
            <ac:spMk id="16" creationId="{B62A73C3-F453-B0BA-449D-67709ED51A48}"/>
          </ac:spMkLst>
        </pc:spChg>
        <pc:spChg chg="mod">
          <ac:chgData name="Sophia Faria Uveda" userId="81a1e278-8e6c-4aa7-ac7f-db58773686da" providerId="ADAL" clId="{A3856956-F224-4FF1-80BB-F3EB1B4A727A}" dt="2026-09-24T19:25:30.251" v="98" actId="1037"/>
          <ac:spMkLst>
            <pc:docMk/>
            <pc:sldMk cId="1345224364" sldId="2147378174"/>
            <ac:spMk id="20" creationId="{417706B8-791D-6AFD-AE08-8F7D108A8BB9}"/>
          </ac:spMkLst>
        </pc:spChg>
        <pc:grpChg chg="mod">
          <ac:chgData name="Sophia Faria Uveda" userId="81a1e278-8e6c-4aa7-ac7f-db58773686da" providerId="ADAL" clId="{A3856956-F224-4FF1-80BB-F3EB1B4A727A}" dt="2026-09-24T19:25:42.755" v="106" actId="1038"/>
          <ac:grpSpMkLst>
            <pc:docMk/>
            <pc:sldMk cId="1345224364" sldId="2147378174"/>
            <ac:grpSpMk id="24" creationId="{C5186215-4BDA-09EA-E65C-14F97E75129D}"/>
          </ac:grpSpMkLst>
        </pc:grpChg>
      </pc:sldChg>
      <pc:sldChg chg="modSp mod">
        <pc:chgData name="Sophia Faria Uveda" userId="81a1e278-8e6c-4aa7-ac7f-db58773686da" providerId="ADAL" clId="{A3856956-F224-4FF1-80BB-F3EB1B4A727A}" dt="2026-09-24T19:00:19.089" v="3" actId="20577"/>
        <pc:sldMkLst>
          <pc:docMk/>
          <pc:sldMk cId="2758342491" sldId="2147475241"/>
        </pc:sldMkLst>
        <pc:spChg chg="mod">
          <ac:chgData name="Sophia Faria Uveda" userId="81a1e278-8e6c-4aa7-ac7f-db58773686da" providerId="ADAL" clId="{A3856956-F224-4FF1-80BB-F3EB1B4A727A}" dt="2026-09-24T19:00:19.089" v="3" actId="20577"/>
          <ac:spMkLst>
            <pc:docMk/>
            <pc:sldMk cId="2758342491" sldId="2147475241"/>
            <ac:spMk id="4" creationId="{FA88BBE2-CDE9-6B37-5ACF-9D8FB1C84338}"/>
          </ac:spMkLst>
        </pc:spChg>
      </pc:sldChg>
      <pc:sldChg chg="addSp delSp modSp mod">
        <pc:chgData name="Sophia Faria Uveda" userId="81a1e278-8e6c-4aa7-ac7f-db58773686da" providerId="ADAL" clId="{A3856956-F224-4FF1-80BB-F3EB1B4A727A}" dt="2026-09-24T19:01:40.555" v="18" actId="478"/>
        <pc:sldMkLst>
          <pc:docMk/>
          <pc:sldMk cId="3256794888" sldId="2147481668"/>
        </pc:sldMkLst>
        <pc:spChg chg="mod">
          <ac:chgData name="Sophia Faria Uveda" userId="81a1e278-8e6c-4aa7-ac7f-db58773686da" providerId="ADAL" clId="{A3856956-F224-4FF1-80BB-F3EB1B4A727A}" dt="2026-09-24T19:01:23.924" v="15" actId="20577"/>
          <ac:spMkLst>
            <pc:docMk/>
            <pc:sldMk cId="3256794888" sldId="2147481668"/>
            <ac:spMk id="3" creationId="{80405387-DA31-D5B5-B46B-373C0A58EC60}"/>
          </ac:spMkLst>
        </pc:spChg>
        <pc:spChg chg="mod">
          <ac:chgData name="Sophia Faria Uveda" userId="81a1e278-8e6c-4aa7-ac7f-db58773686da" providerId="ADAL" clId="{A3856956-F224-4FF1-80BB-F3EB1B4A727A}" dt="2026-09-24T19:01:26.100" v="16" actId="20577"/>
          <ac:spMkLst>
            <pc:docMk/>
            <pc:sldMk cId="3256794888" sldId="2147481668"/>
            <ac:spMk id="151" creationId="{E9DD8A52-091A-69AF-FA0C-18E6941F13B3}"/>
          </ac:spMkLst>
        </pc:spChg>
      </pc:sldChg>
      <pc:sldChg chg="delSp modSp add mod">
        <pc:chgData name="Sophia Faria Uveda" userId="81a1e278-8e6c-4aa7-ac7f-db58773686da" providerId="ADAL" clId="{A3856956-F224-4FF1-80BB-F3EB1B4A727A}" dt="2026-09-24T19:21:05.763" v="30" actId="478"/>
        <pc:sldMkLst>
          <pc:docMk/>
          <pc:sldMk cId="1306149569" sldId="2147481693"/>
        </pc:sldMkLst>
        <pc:spChg chg="mod">
          <ac:chgData name="Sophia Faria Uveda" userId="81a1e278-8e6c-4aa7-ac7f-db58773686da" providerId="ADAL" clId="{A3856956-F224-4FF1-80BB-F3EB1B4A727A}" dt="2026-09-24T19:20:41.290" v="23" actId="1076"/>
          <ac:spMkLst>
            <pc:docMk/>
            <pc:sldMk cId="1306149569" sldId="2147481693"/>
            <ac:spMk id="17" creationId="{CAD29DF5-0F0A-E3E8-4A4F-F85EF2AC3F3F}"/>
          </ac:spMkLst>
        </pc:spChg>
      </pc:sldChg>
      <pc:sldChg chg="delSp add mod">
        <pc:chgData name="Sophia Faria Uveda" userId="81a1e278-8e6c-4aa7-ac7f-db58773686da" providerId="ADAL" clId="{A3856956-F224-4FF1-80BB-F3EB1B4A727A}" dt="2026-09-24T19:22:20.287" v="33" actId="478"/>
        <pc:sldMkLst>
          <pc:docMk/>
          <pc:sldMk cId="3861775299" sldId="2147481694"/>
        </pc:sldMkLst>
      </pc:sldChg>
      <pc:sldChg chg="addSp delSp modSp add mod">
        <pc:chgData name="Sophia Faria Uveda" userId="81a1e278-8e6c-4aa7-ac7f-db58773686da" providerId="ADAL" clId="{A3856956-F224-4FF1-80BB-F3EB1B4A727A}" dt="2026-10-01T19:22:19.351" v="477" actId="478"/>
        <pc:sldMkLst>
          <pc:docMk/>
          <pc:sldMk cId="3807307928" sldId="2147481695"/>
        </pc:sldMkLst>
        <pc:spChg chg="del">
          <ac:chgData name="Sophia Faria Uveda" userId="81a1e278-8e6c-4aa7-ac7f-db58773686da" providerId="ADAL" clId="{A3856956-F224-4FF1-80BB-F3EB1B4A727A}" dt="2026-10-01T19:22:11.334" v="475" actId="478"/>
          <ac:spMkLst>
            <pc:docMk/>
            <pc:sldMk cId="3807307928" sldId="2147481695"/>
            <ac:spMk id="4" creationId="{9DD8263B-37E2-B71B-12E3-77F2F0C5C542}"/>
          </ac:spMkLst>
        </pc:spChg>
        <pc:spChg chg="add del mod">
          <ac:chgData name="Sophia Faria Uveda" userId="81a1e278-8e6c-4aa7-ac7f-db58773686da" providerId="ADAL" clId="{A3856956-F224-4FF1-80BB-F3EB1B4A727A}" dt="2026-10-01T19:22:19.351" v="477" actId="478"/>
          <ac:spMkLst>
            <pc:docMk/>
            <pc:sldMk cId="3807307928" sldId="2147481695"/>
            <ac:spMk id="16" creationId="{460F2ECB-3A39-9A97-22FC-389F5AD010DE}"/>
          </ac:spMkLst>
        </pc:spChg>
        <pc:spChg chg="del">
          <ac:chgData name="Sophia Faria Uveda" userId="81a1e278-8e6c-4aa7-ac7f-db58773686da" providerId="ADAL" clId="{A3856956-F224-4FF1-80BB-F3EB1B4A727A}" dt="2026-10-01T19:21:58.552" v="474" actId="478"/>
          <ac:spMkLst>
            <pc:docMk/>
            <pc:sldMk cId="3807307928" sldId="2147481695"/>
            <ac:spMk id="18" creationId="{04CC6B03-EC1C-B430-3BF3-2D13D811C4F6}"/>
          </ac:spMkLst>
        </pc:spChg>
        <pc:spChg chg="del">
          <ac:chgData name="Sophia Faria Uveda" userId="81a1e278-8e6c-4aa7-ac7f-db58773686da" providerId="ADAL" clId="{A3856956-F224-4FF1-80BB-F3EB1B4A727A}" dt="2026-10-01T19:21:58.552" v="474" actId="478"/>
          <ac:spMkLst>
            <pc:docMk/>
            <pc:sldMk cId="3807307928" sldId="2147481695"/>
            <ac:spMk id="23" creationId="{26C6A448-F7D2-2FD3-1CA3-C5A8DACA8BE5}"/>
          </ac:spMkLst>
        </pc:spChg>
        <pc:spChg chg="del">
          <ac:chgData name="Sophia Faria Uveda" userId="81a1e278-8e6c-4aa7-ac7f-db58773686da" providerId="ADAL" clId="{A3856956-F224-4FF1-80BB-F3EB1B4A727A}" dt="2026-10-01T19:21:34.511" v="470" actId="478"/>
          <ac:spMkLst>
            <pc:docMk/>
            <pc:sldMk cId="3807307928" sldId="2147481695"/>
            <ac:spMk id="31" creationId="{DE197340-D401-2C5E-F87C-F45170386593}"/>
          </ac:spMkLst>
        </pc:spChg>
        <pc:spChg chg="del">
          <ac:chgData name="Sophia Faria Uveda" userId="81a1e278-8e6c-4aa7-ac7f-db58773686da" providerId="ADAL" clId="{A3856956-F224-4FF1-80BB-F3EB1B4A727A}" dt="2026-10-01T19:21:58.552" v="474" actId="478"/>
          <ac:spMkLst>
            <pc:docMk/>
            <pc:sldMk cId="3807307928" sldId="2147481695"/>
            <ac:spMk id="37" creationId="{37A64841-6274-A5DE-9075-BA79ABF5D5A5}"/>
          </ac:spMkLst>
        </pc:spChg>
        <pc:spChg chg="del">
          <ac:chgData name="Sophia Faria Uveda" userId="81a1e278-8e6c-4aa7-ac7f-db58773686da" providerId="ADAL" clId="{A3856956-F224-4FF1-80BB-F3EB1B4A727A}" dt="2026-10-01T19:21:58.552" v="474" actId="478"/>
          <ac:spMkLst>
            <pc:docMk/>
            <pc:sldMk cId="3807307928" sldId="2147481695"/>
            <ac:spMk id="43" creationId="{C9D1FB72-3D1A-68B8-6AAF-05070A119617}"/>
          </ac:spMkLst>
        </pc:spChg>
        <pc:spChg chg="del">
          <ac:chgData name="Sophia Faria Uveda" userId="81a1e278-8e6c-4aa7-ac7f-db58773686da" providerId="ADAL" clId="{A3856956-F224-4FF1-80BB-F3EB1B4A727A}" dt="2026-10-01T19:21:58.552" v="474" actId="478"/>
          <ac:spMkLst>
            <pc:docMk/>
            <pc:sldMk cId="3807307928" sldId="2147481695"/>
            <ac:spMk id="55" creationId="{316024F9-79AC-CB42-14D9-EA2027845C53}"/>
          </ac:spMkLst>
        </pc:spChg>
        <pc:spChg chg="del">
          <ac:chgData name="Sophia Faria Uveda" userId="81a1e278-8e6c-4aa7-ac7f-db58773686da" providerId="ADAL" clId="{A3856956-F224-4FF1-80BB-F3EB1B4A727A}" dt="2026-10-01T19:21:58.552" v="474" actId="478"/>
          <ac:spMkLst>
            <pc:docMk/>
            <pc:sldMk cId="3807307928" sldId="2147481695"/>
            <ac:spMk id="56" creationId="{BBE74B8F-3055-474D-AB70-BD610D9385E5}"/>
          </ac:spMkLst>
        </pc:spChg>
        <pc:spChg chg="del">
          <ac:chgData name="Sophia Faria Uveda" userId="81a1e278-8e6c-4aa7-ac7f-db58773686da" providerId="ADAL" clId="{A3856956-F224-4FF1-80BB-F3EB1B4A727A}" dt="2026-10-01T19:21:58.552" v="474" actId="478"/>
          <ac:spMkLst>
            <pc:docMk/>
            <pc:sldMk cId="3807307928" sldId="2147481695"/>
            <ac:spMk id="57" creationId="{C21F58DE-5629-5DEA-9C40-5EBBA7CF9AE8}"/>
          </ac:spMkLst>
        </pc:spChg>
        <pc:spChg chg="del">
          <ac:chgData name="Sophia Faria Uveda" userId="81a1e278-8e6c-4aa7-ac7f-db58773686da" providerId="ADAL" clId="{A3856956-F224-4FF1-80BB-F3EB1B4A727A}" dt="2026-10-01T19:21:38.203" v="471" actId="478"/>
          <ac:spMkLst>
            <pc:docMk/>
            <pc:sldMk cId="3807307928" sldId="2147481695"/>
            <ac:spMk id="68" creationId="{6AEB9AD5-73DB-ACC6-6EDC-C65271B54D05}"/>
          </ac:spMkLst>
        </pc:spChg>
        <pc:graphicFrameChg chg="del modGraphic">
          <ac:chgData name="Sophia Faria Uveda" userId="81a1e278-8e6c-4aa7-ac7f-db58773686da" providerId="ADAL" clId="{A3856956-F224-4FF1-80BB-F3EB1B4A727A}" dt="2026-10-01T19:21:43.824" v="473" actId="478"/>
          <ac:graphicFrameMkLst>
            <pc:docMk/>
            <pc:sldMk cId="3807307928" sldId="2147481695"/>
            <ac:graphicFrameMk id="61" creationId="{D0E11A11-D7E0-56D4-3CD7-067F07064994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A9F6086-4A76-41A4-4A95-1A30F1BA8D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C79FCCE-9361-23B0-A63F-E9EA2BE4BD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73C84C-6830-49C3-8F54-D59511EE10F0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8AB1F-0E5F-C880-408E-B18331DF7B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41578C4-517F-7772-98F7-8D26524C2D3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6A6CA8-42AC-4F96-9B0C-A0B658E7E86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86211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2DDEA4-2021-4C83-96DD-B8F1FBF57441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1E89E0-1CBB-4D5A-B2BF-97F03F783E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951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a de iní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52B253-5154-73E5-603A-5E36F648E2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1135117" y="2112578"/>
            <a:ext cx="6674069" cy="1733715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939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.Início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7CBC5AC5-382C-C928-011C-0F6754C943D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68829" y="3252224"/>
            <a:ext cx="10515600" cy="405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Robot ligh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8721F31E-5E21-09DC-F870-735D94DD97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8829" y="2700342"/>
            <a:ext cx="9144000" cy="50005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2800" b="1" kern="12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968F0804-C1A1-7C03-C110-D77801D785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8829" y="1697833"/>
            <a:ext cx="9144000" cy="950686"/>
          </a:xfrm>
          <a:prstGeom prst="rect">
            <a:avLst/>
          </a:prstGeom>
        </p:spPr>
        <p:txBody>
          <a:bodyPr anchor="b"/>
          <a:lstStyle>
            <a:lvl1pPr algn="l">
              <a:defRPr lang="pt-BR" sz="5400" b="1" kern="1200" dirty="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BR" sz="6000" b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Título 1 </a:t>
            </a:r>
            <a:endParaRPr lang="pt-BR" sz="2000" b="1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280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rpo_para 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5FFF43-97D8-F225-7D91-E16E5ADB85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6729" y="722670"/>
            <a:ext cx="9651039" cy="835659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9279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. Slide Análise_b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18">
            <a:extLst>
              <a:ext uri="{FF2B5EF4-FFF2-40B4-BE49-F238E27FC236}">
                <a16:creationId xmlns:a16="http://schemas.microsoft.com/office/drawing/2014/main" id="{DDF2DD00-DC6E-74C9-0ED3-E4D2FDAAE7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3179" y="221051"/>
            <a:ext cx="10602650" cy="50829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Espaço Reservado para Texto 18">
            <a:extLst>
              <a:ext uri="{FF2B5EF4-FFF2-40B4-BE49-F238E27FC236}">
                <a16:creationId xmlns:a16="http://schemas.microsoft.com/office/drawing/2014/main" id="{6BF9B842-8CC3-CC40-C8F3-8A5CB0971E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3179" y="729342"/>
            <a:ext cx="10602650" cy="26161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 b="0">
                <a:solidFill>
                  <a:schemeClr val="tx1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6323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Conector Reto 8">
            <a:extLst>
              <a:ext uri="{FF2B5EF4-FFF2-40B4-BE49-F238E27FC236}">
                <a16:creationId xmlns:a16="http://schemas.microsoft.com/office/drawing/2014/main" id="{2A4ABF0D-DCFD-5D41-DC3F-45ACEFBFBE7C}"/>
              </a:ext>
            </a:extLst>
          </p:cNvPr>
          <p:cNvCxnSpPr>
            <a:cxnSpLocks/>
          </p:cNvCxnSpPr>
          <p:nvPr userDrawn="1"/>
        </p:nvCxnSpPr>
        <p:spPr>
          <a:xfrm>
            <a:off x="550863" y="6197235"/>
            <a:ext cx="11089081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áfico 14">
            <a:extLst>
              <a:ext uri="{FF2B5EF4-FFF2-40B4-BE49-F238E27FC236}">
                <a16:creationId xmlns:a16="http://schemas.microsoft.com/office/drawing/2014/main" id="{DD2E6921-70F0-1F51-C1F9-1ADAF434FD8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5794" t="20161" b="1"/>
          <a:stretch>
            <a:fillRect/>
          </a:stretch>
        </p:blipFill>
        <p:spPr>
          <a:xfrm>
            <a:off x="452352" y="6345990"/>
            <a:ext cx="5466061" cy="256178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A65C3631-EC4F-68CE-278A-93C719A9E9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1646" y="6282454"/>
            <a:ext cx="1711510" cy="33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772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ítulo 2">
            <a:extLst>
              <a:ext uri="{FF2B5EF4-FFF2-40B4-BE49-F238E27FC236}">
                <a16:creationId xmlns:a16="http://schemas.microsoft.com/office/drawing/2014/main" id="{ADC19591-0B02-D684-9392-80305224AE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54570"/>
            <a:ext cx="5339255" cy="16557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ECE529F-8B56-DA66-EBF8-1158FCDE2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7735" y="934955"/>
            <a:ext cx="5339255" cy="1655762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803114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_para 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5FFF43-97D8-F225-7D91-E16E5ADB85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6729" y="722670"/>
            <a:ext cx="9651039" cy="835659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856365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A5DC8E9F-C31C-E70F-A5E2-09C77B8B48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328" r="42311" b="13834"/>
          <a:stretch>
            <a:fillRect/>
          </a:stretch>
        </p:blipFill>
        <p:spPr>
          <a:xfrm>
            <a:off x="6705601" y="0"/>
            <a:ext cx="5486399" cy="6858000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3B27C40F-B3ED-395E-71CD-27CE85F559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54570"/>
            <a:ext cx="5339255" cy="16557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2968BC33-B06D-0F52-E874-4ABB50E57A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7735" y="934955"/>
            <a:ext cx="5339255" cy="1655762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50141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92E8A995-5505-9322-87D9-FADE0EF4277E}"/>
              </a:ext>
            </a:extLst>
          </p:cNvPr>
          <p:cNvSpPr/>
          <p:nvPr userDrawn="1"/>
        </p:nvSpPr>
        <p:spPr>
          <a:xfrm>
            <a:off x="788276" y="0"/>
            <a:ext cx="1140372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85DBE31C-9C69-E4E2-57A9-D6EE213FDD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54570"/>
            <a:ext cx="5339255" cy="16557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EEDFB4A-9577-D8F3-3816-414F298DE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7735" y="934955"/>
            <a:ext cx="5339255" cy="1655762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162903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ad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92E8A995-5505-9322-87D9-FADE0EF4277E}"/>
              </a:ext>
            </a:extLst>
          </p:cNvPr>
          <p:cNvSpPr/>
          <p:nvPr userDrawn="1"/>
        </p:nvSpPr>
        <p:spPr>
          <a:xfrm>
            <a:off x="788276" y="0"/>
            <a:ext cx="1140372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21D90FC-4614-BDB8-12AA-42A3F1E63E28}"/>
              </a:ext>
            </a:extLst>
          </p:cNvPr>
          <p:cNvSpPr/>
          <p:nvPr userDrawn="1"/>
        </p:nvSpPr>
        <p:spPr>
          <a:xfrm>
            <a:off x="766763" y="0"/>
            <a:ext cx="653792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Imagem 2">
            <a:extLst>
              <a:ext uri="{FF2B5EF4-FFF2-40B4-BE49-F238E27FC236}">
                <a16:creationId xmlns:a16="http://schemas.microsoft.com/office/drawing/2014/main" id="{7A03B7E9-F31B-B6E5-DBFA-3A4BFB460ECF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304690" y="0"/>
            <a:ext cx="488731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F061D63A-BF03-FDF2-28CE-7DBDB736B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54570"/>
            <a:ext cx="5339255" cy="16557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11C3BCC-A333-7D16-F4D5-62CA6DE56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7735" y="934955"/>
            <a:ext cx="5339255" cy="1655762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3829949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Forma, Padrão do plano de fundo, Seta&#10;&#10;O conteúdo gerado por IA pode estar incorreto.">
            <a:extLst>
              <a:ext uri="{FF2B5EF4-FFF2-40B4-BE49-F238E27FC236}">
                <a16:creationId xmlns:a16="http://schemas.microsoft.com/office/drawing/2014/main" id="{958C2B69-6C6B-1A0D-72B4-613C92695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763" y="0"/>
            <a:ext cx="11439985" cy="6858000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7773517C-C3DE-AC66-B93D-1FF33E261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7735" y="934955"/>
            <a:ext cx="5339255" cy="1655762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FF62FF8C-5284-0186-F921-663553F22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6729" y="3068596"/>
            <a:ext cx="5339255" cy="16557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332692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rpo_para 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5FFF43-97D8-F225-7D91-E16E5ADB85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6729" y="722670"/>
            <a:ext cx="9651039" cy="835659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7D9412E1-CCBF-3DDD-0023-012F8CD8D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6729" y="2040170"/>
            <a:ext cx="5339255" cy="16557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17906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. Slide Análise_b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18">
            <a:extLst>
              <a:ext uri="{FF2B5EF4-FFF2-40B4-BE49-F238E27FC236}">
                <a16:creationId xmlns:a16="http://schemas.microsoft.com/office/drawing/2014/main" id="{DDF2DD00-DC6E-74C9-0ED3-E4D2FDAAE7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3179" y="221051"/>
            <a:ext cx="10602650" cy="50829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Espaço Reservado para Texto 18">
            <a:extLst>
              <a:ext uri="{FF2B5EF4-FFF2-40B4-BE49-F238E27FC236}">
                <a16:creationId xmlns:a16="http://schemas.microsoft.com/office/drawing/2014/main" id="{6BF9B842-8CC3-CC40-C8F3-8A5CB0971E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3179" y="729342"/>
            <a:ext cx="10602650" cy="26161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 b="0">
                <a:solidFill>
                  <a:schemeClr val="tx1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35979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4643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46E680-2807-042A-F9EE-CAC1130E5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D6944D3-3BE5-A36F-447E-8CD7DCE5C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6F6276-F470-8C3C-787C-A67A149CC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2E02-455D-487A-87DD-7159A43B7630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F6DDB8-F82A-F38E-6A5C-D3CFB03FB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910DB0-D5D3-5CC4-A1A6-B1D1033CD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78A2-5296-4434-81A6-5CB708B443D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65603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CEE704-44AD-DA8A-7A3E-0FAF172DA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FA00AA-84D0-650F-E9AF-DF453957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538BCF-B36A-3A6C-3665-B491CBA60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162BF9-0C3F-4AD3-EB6C-E732C0854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E6029-E7DB-124A-8FBA-A0C4D7501289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3E9770-E720-6A31-AB7F-28AD5BB3E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1A21AF-38EB-E595-03FA-CE8B73933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1DDE-512E-DF4B-970D-FC37C92A47A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1200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12" Type="http://schemas.openxmlformats.org/officeDocument/2006/relationships/image" Target="../media/image4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4.emf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oleObject" Target="../embeddings/oleObject2.bin"/><Relationship Id="rId5" Type="http://schemas.openxmlformats.org/officeDocument/2006/relationships/slideLayout" Target="../slideLayouts/slideLayout10.xml"/><Relationship Id="rId10" Type="http://schemas.openxmlformats.org/officeDocument/2006/relationships/tags" Target="../tags/tag3.xml"/><Relationship Id="rId4" Type="http://schemas.openxmlformats.org/officeDocument/2006/relationships/slideLayout" Target="../slideLayouts/slideLayout9.xml"/><Relationship Id="rId9" Type="http://schemas.openxmlformats.org/officeDocument/2006/relationships/theme" Target="../theme/theme2.xml"/><Relationship Id="rId14" Type="http://schemas.openxmlformats.org/officeDocument/2006/relationships/image" Target="../media/image2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tags" Target="../tags/tag4.xml"/><Relationship Id="rId7" Type="http://schemas.openxmlformats.org/officeDocument/2006/relationships/image" Target="../media/image2.sv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3.bin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.bin"/><Relationship Id="rId4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4CCA55B-7C7E-C638-AABC-8AFA64C20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C8A21C-24D1-FAF8-78DF-42A28F96C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096394-52A6-DF93-3971-22CBF733EF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BBFAF2-0777-427A-A54C-00E6F46CD497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723802-CAE3-A3AC-BD89-E2FD761BDD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A05A8B-7599-1113-574D-E6CD01999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D3E320-9EA2-4713-86DF-8B7F507185B8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Imagem 6" descr="Forma&#10;&#10;O conteúdo gerado por IA pode estar incorreto.">
            <a:extLst>
              <a:ext uri="{FF2B5EF4-FFF2-40B4-BE49-F238E27FC236}">
                <a16:creationId xmlns:a16="http://schemas.microsoft.com/office/drawing/2014/main" id="{76BB8B86-19DE-D558-4DA7-FB6B2D3FAAB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A2396BAF-7564-E940-5782-0D9FF1C986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56302" y="4892402"/>
            <a:ext cx="3478760" cy="671806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92E91B23-3134-1BEB-20C9-E1BA18D43E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6302" y="5722692"/>
            <a:ext cx="8965324" cy="255101"/>
          </a:xfrm>
          <a:prstGeom prst="rect">
            <a:avLst/>
          </a:prstGeom>
        </p:spPr>
      </p:pic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72C32720-B70C-1413-7262-86248E644DC5}"/>
              </a:ext>
            </a:extLst>
          </p:cNvPr>
          <p:cNvGraphicFramePr>
            <a:graphicFrameLocks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6564072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395" imgH="396" progId="TCLayout.ActiveDocument.1">
                  <p:embed/>
                </p:oleObj>
              </mc:Choice>
              <mc:Fallback>
                <p:oleObj name="think-cell Slide" r:id="rId11" imgW="395" imgH="39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2C32720-B70C-1413-7262-86248E644D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8562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820" r:id="rId2"/>
    <p:sldLayoutId id="2147483821" r:id="rId3"/>
    <p:sldLayoutId id="2147483822" r:id="rId4"/>
    <p:sldLayoutId id="214748383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534EE7C-AB3A-89CE-5DA5-D29241E8F9FD}"/>
              </a:ext>
            </a:extLst>
          </p:cNvPr>
          <p:cNvGraphicFramePr>
            <a:graphicFrameLocks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24440759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395" imgH="396" progId="TCLayout.ActiveDocument.1">
                  <p:embed/>
                </p:oleObj>
              </mc:Choice>
              <mc:Fallback>
                <p:oleObj name="think-cell Slide" r:id="rId11" imgW="395" imgH="39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34EE7C-AB3A-89CE-5DA5-D29241E8F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m 6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E9A461B0-C2F4-6410-6DC9-FC413212D7BA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788276" cy="68580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EFFAD01E-4BAB-79E6-6998-56BDEF0B5F3B}"/>
              </a:ext>
            </a:extLst>
          </p:cNvPr>
          <p:cNvSpPr/>
          <p:nvPr/>
        </p:nvSpPr>
        <p:spPr>
          <a:xfrm>
            <a:off x="209471" y="5150069"/>
            <a:ext cx="369334" cy="141889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B17A2D79-BB08-60B5-2722-5B1CA40A3C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6200000">
            <a:off x="-672661" y="5296151"/>
            <a:ext cx="2133600" cy="41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91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30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8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02F296CF-EFDC-AC51-730A-5A6BA03DA2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8043960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F296CF-EFDC-AC51-730A-5A6BA03DA2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4CCA55B-7C7E-C638-AABC-8AFA64C20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C8A21C-24D1-FAF8-78DF-42A28F96C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096394-52A6-DF93-3971-22CBF733EF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BBFAF2-0777-427A-A54C-00E6F46CD497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723802-CAE3-A3AC-BD89-E2FD761BDD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A05A8B-7599-1113-574D-E6CD01999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D3E320-9EA2-4713-86DF-8B7F507185B8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Imagem 6" descr="Forma&#10;&#10;O conteúdo gerado por IA pode estar incorreto.">
            <a:extLst>
              <a:ext uri="{FF2B5EF4-FFF2-40B4-BE49-F238E27FC236}">
                <a16:creationId xmlns:a16="http://schemas.microsoft.com/office/drawing/2014/main" id="{76BB8B86-19DE-D558-4DA7-FB6B2D3FAAB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A2396BAF-7564-E940-5782-0D9FF1C986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85716" y="2654392"/>
            <a:ext cx="6693669" cy="1292658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92E91B23-3134-1BEB-20C9-E1BA18D43E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85716" y="4160018"/>
            <a:ext cx="8965324" cy="255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76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F116D56-6736-1FD9-941E-0477C838BA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5613244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116D56-6736-1FD9-941E-0477C838BA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A534F2-31F3-19FD-D797-850B59E86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56492C0-2A67-D96D-6904-D492FC313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42281C-5588-5229-A278-A185BF0A41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8E6029-E7DB-124A-8FBA-A0C4D7501289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D76132-4273-4CAF-30B5-7F5EC576BE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6C7BB6-E0C0-EDF8-3F3F-7E08601E7F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F1DDE-512E-DF4B-970D-FC37C92A47A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016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4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jpe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9D3A5-F9E7-D6C8-C806-74E67E5F3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B524A32-3F0A-2486-3AD4-A1DA126FBAE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53619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06" imgH="605" progId="TCLayout.ActiveDocument.1">
                  <p:embed/>
                </p:oleObj>
              </mc:Choice>
              <mc:Fallback>
                <p:oleObj name="think-cell Slide" r:id="rId3" imgW="606" imgH="6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524A32-3F0A-2486-3AD4-A1DA126FBA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ítulo 3">
            <a:extLst>
              <a:ext uri="{FF2B5EF4-FFF2-40B4-BE49-F238E27FC236}">
                <a16:creationId xmlns:a16="http://schemas.microsoft.com/office/drawing/2014/main" id="{FA88BBE2-CDE9-6B37-5ACF-9D8FB1C84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900" y="1764508"/>
            <a:ext cx="9124950" cy="1267040"/>
          </a:xfrm>
        </p:spPr>
        <p:txBody>
          <a:bodyPr vert="horz" rIns="91440">
            <a:normAutofit/>
          </a:bodyPr>
          <a:lstStyle/>
          <a:p>
            <a:r>
              <a:rPr lang="pt-BR" sz="4000" b="0">
                <a:latin typeface="+mj-lt"/>
              </a:rPr>
              <a:t>Análise de Peers</a:t>
            </a:r>
            <a:br>
              <a:rPr lang="pt-BR" sz="4000">
                <a:latin typeface="+mj-lt"/>
              </a:rPr>
            </a:br>
            <a:endParaRPr lang="pt-BR" sz="2200" b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8342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A70DF3-1793-AF05-AC44-3D8584F33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417706B8-791D-6AFD-AE08-8F7D108A8BB9}"/>
              </a:ext>
            </a:extLst>
          </p:cNvPr>
          <p:cNvSpPr/>
          <p:nvPr/>
        </p:nvSpPr>
        <p:spPr>
          <a:xfrm>
            <a:off x="0" y="5850143"/>
            <a:ext cx="12192000" cy="9964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/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5186215-4BDA-09EA-E65C-14F97E75129D}"/>
              </a:ext>
            </a:extLst>
          </p:cNvPr>
          <p:cNvGrpSpPr/>
          <p:nvPr/>
        </p:nvGrpSpPr>
        <p:grpSpPr>
          <a:xfrm rot="5400000">
            <a:off x="5413281" y="1009511"/>
            <a:ext cx="445992" cy="10650628"/>
            <a:chOff x="235384" y="-738129"/>
            <a:chExt cx="295991" cy="7068481"/>
          </a:xfrm>
        </p:grpSpPr>
        <p:pic>
          <p:nvPicPr>
            <p:cNvPr id="22" name="Gráfico 21">
              <a:extLst>
                <a:ext uri="{FF2B5EF4-FFF2-40B4-BE49-F238E27FC236}">
                  <a16:creationId xmlns:a16="http://schemas.microsoft.com/office/drawing/2014/main" id="{2497137B-2DB1-83EC-A136-704D252C93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-382975" y="5416002"/>
              <a:ext cx="1532709" cy="295991"/>
            </a:xfrm>
            <a:prstGeom prst="rect">
              <a:avLst/>
            </a:prstGeom>
          </p:spPr>
        </p:pic>
        <p:pic>
          <p:nvPicPr>
            <p:cNvPr id="23" name="Gráfico 22">
              <a:extLst>
                <a:ext uri="{FF2B5EF4-FFF2-40B4-BE49-F238E27FC236}">
                  <a16:creationId xmlns:a16="http://schemas.microsoft.com/office/drawing/2014/main" id="{D35EA157-E266-0B7C-7EA5-9ADA0169AD51}"/>
                </a:ext>
              </a:extLst>
            </p:cNvPr>
            <p:cNvPicPr>
              <a:picLocks noChangeAspect="1"/>
            </p:cNvPicPr>
            <p:nvPr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25794" t="20161" b="1"/>
            <a:stretch>
              <a:fillRect/>
            </a:stretch>
          </p:blipFill>
          <p:spPr>
            <a:xfrm rot="16200000">
              <a:off x="-1712899" y="1270157"/>
              <a:ext cx="4214074" cy="197501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4823B7A-3E0C-99BF-B55D-C66A09A78B65}"/>
              </a:ext>
            </a:extLst>
          </p:cNvPr>
          <p:cNvSpPr/>
          <p:nvPr/>
        </p:nvSpPr>
        <p:spPr>
          <a:xfrm>
            <a:off x="392031" y="2927331"/>
            <a:ext cx="1440000" cy="36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Louças</a:t>
            </a:r>
            <a:endParaRPr lang="en-US" sz="120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8048B8-2A32-009B-0F91-E2EF66C58B68}"/>
              </a:ext>
            </a:extLst>
          </p:cNvPr>
          <p:cNvSpPr/>
          <p:nvPr/>
        </p:nvSpPr>
        <p:spPr>
          <a:xfrm>
            <a:off x="2015181" y="2927331"/>
            <a:ext cx="1440000" cy="36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Metais</a:t>
            </a:r>
            <a:endParaRPr lang="en-US" sz="120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5745AE-56F1-9C5D-4139-FE96F3E93A4C}"/>
              </a:ext>
            </a:extLst>
          </p:cNvPr>
          <p:cNvSpPr/>
          <p:nvPr/>
        </p:nvSpPr>
        <p:spPr>
          <a:xfrm>
            <a:off x="2015181" y="3435901"/>
            <a:ext cx="1440000" cy="360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Madeira</a:t>
            </a:r>
            <a:endParaRPr lang="en-US" sz="120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69B2A4-91AC-BE87-810F-6B7AB3646836}"/>
              </a:ext>
            </a:extLst>
          </p:cNvPr>
          <p:cNvSpPr/>
          <p:nvPr/>
        </p:nvSpPr>
        <p:spPr>
          <a:xfrm>
            <a:off x="392031" y="3435901"/>
            <a:ext cx="1440000" cy="36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Revestimentos</a:t>
            </a:r>
            <a:endParaRPr lang="en-US" sz="120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6" name="Título 3">
            <a:extLst>
              <a:ext uri="{FF2B5EF4-FFF2-40B4-BE49-F238E27FC236}">
                <a16:creationId xmlns:a16="http://schemas.microsoft.com/office/drawing/2014/main" id="{B62A73C3-F453-B0BA-449D-67709ED51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231" y="1875899"/>
            <a:ext cx="5092700" cy="1267040"/>
          </a:xfrm>
        </p:spPr>
        <p:txBody>
          <a:bodyPr vert="horz" rIns="91440">
            <a:normAutofit/>
          </a:bodyPr>
          <a:lstStyle/>
          <a:p>
            <a:pPr algn="l"/>
            <a:r>
              <a:rPr lang="pt-BR" sz="4000" b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Análise de Peers</a:t>
            </a:r>
            <a:br>
              <a:rPr lang="pt-BR" sz="40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</a:br>
            <a:endParaRPr lang="pt-BR" sz="2200" b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224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D8FD-02BE-F804-E95C-D19DF579F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7" name="think-cell data - do not delete" hidden="1">
            <a:extLst>
              <a:ext uri="{FF2B5EF4-FFF2-40B4-BE49-F238E27FC236}">
                <a16:creationId xmlns:a16="http://schemas.microsoft.com/office/drawing/2014/main" id="{CF0CB2FA-F4EC-9E60-B73D-39904C1681E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227897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06" imgH="605" progId="TCLayout.ActiveDocument.1">
                  <p:embed/>
                </p:oleObj>
              </mc:Choice>
              <mc:Fallback>
                <p:oleObj name="think-cell Slide" r:id="rId3" imgW="606" imgH="605" progId="TCLayout.ActiveDocument.1">
                  <p:embed/>
                  <p:pic>
                    <p:nvPicPr>
                      <p:cNvPr id="16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0CB2FA-F4EC-9E60-B73D-39904C1681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C9194F7-7DBF-B4DF-199F-F595916D9E93}"/>
              </a:ext>
            </a:extLst>
          </p:cNvPr>
          <p:cNvSpPr/>
          <p:nvPr/>
        </p:nvSpPr>
        <p:spPr>
          <a:xfrm>
            <a:off x="968025" y="2383914"/>
            <a:ext cx="115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EBITDA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393A55-0CCB-F2B2-15E6-95786447E9E0}"/>
              </a:ext>
            </a:extLst>
          </p:cNvPr>
          <p:cNvSpPr txBox="1"/>
          <p:nvPr/>
        </p:nvSpPr>
        <p:spPr>
          <a:xfrm>
            <a:off x="1095024" y="1454334"/>
            <a:ext cx="854721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BR" sz="1100" i="1">
                <a:ea typeface="Roboto Black" panose="02000000000000000000" pitchFamily="2" charset="0"/>
                <a:cs typeface="Roboto Black" panose="02000000000000000000" pitchFamily="2" charset="0"/>
              </a:rPr>
              <a:t>R$ milhões</a:t>
            </a:r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5E710678-E98E-B89E-D421-023046BEE850}"/>
              </a:ext>
            </a:extLst>
          </p:cNvPr>
          <p:cNvCxnSpPr>
            <a:cxnSpLocks/>
          </p:cNvCxnSpPr>
          <p:nvPr/>
        </p:nvCxnSpPr>
        <p:spPr>
          <a:xfrm>
            <a:off x="968025" y="2320834"/>
            <a:ext cx="1100881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Rectangle 219">
            <a:extLst>
              <a:ext uri="{FF2B5EF4-FFF2-40B4-BE49-F238E27FC236}">
                <a16:creationId xmlns:a16="http://schemas.microsoft.com/office/drawing/2014/main" id="{9D8D7CF0-3978-7A64-851C-A4D363E0D5C8}"/>
              </a:ext>
            </a:extLst>
          </p:cNvPr>
          <p:cNvSpPr/>
          <p:nvPr/>
        </p:nvSpPr>
        <p:spPr>
          <a:xfrm>
            <a:off x="2251597" y="898497"/>
            <a:ext cx="972000" cy="4980072"/>
          </a:xfrm>
          <a:prstGeom prst="rect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1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D877A2-7BA6-5A0B-5295-22E4F22DC964}"/>
              </a:ext>
            </a:extLst>
          </p:cNvPr>
          <p:cNvSpPr/>
          <p:nvPr/>
        </p:nvSpPr>
        <p:spPr>
          <a:xfrm>
            <a:off x="2299326" y="979432"/>
            <a:ext cx="900000" cy="360000"/>
          </a:xfrm>
          <a:prstGeom prst="rect">
            <a:avLst/>
          </a:prstGeom>
          <a:solidFill>
            <a:srgbClr val="40404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Dexco</a:t>
            </a:r>
            <a:endParaRPr lang="en-US" sz="120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364AD2C8-8A6E-A49B-3915-F7FA45C7FD3C}"/>
              </a:ext>
            </a:extLst>
          </p:cNvPr>
          <p:cNvSpPr/>
          <p:nvPr/>
        </p:nvSpPr>
        <p:spPr>
          <a:xfrm>
            <a:off x="4232844" y="979432"/>
            <a:ext cx="900000" cy="360000"/>
          </a:xfrm>
          <a:prstGeom prst="rect">
            <a:avLst/>
          </a:prstGeom>
          <a:solidFill>
            <a:srgbClr val="FF33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Eucatex </a:t>
            </a:r>
            <a:endParaRPr lang="en-US" sz="120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7ABC1E3-88D9-8E8E-4E90-89C5DB9B36CF}"/>
              </a:ext>
            </a:extLst>
          </p:cNvPr>
          <p:cNvSpPr/>
          <p:nvPr/>
        </p:nvSpPr>
        <p:spPr>
          <a:xfrm>
            <a:off x="7141931" y="979432"/>
            <a:ext cx="900000" cy="360000"/>
          </a:xfrm>
          <a:prstGeom prst="rect">
            <a:avLst/>
          </a:prstGeom>
          <a:solidFill>
            <a:srgbClr val="D7428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Placas do Brasil</a:t>
            </a:r>
            <a:endParaRPr lang="en-US" sz="110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9AD06-2D14-2011-02C2-7A5D68CC95DB}"/>
              </a:ext>
            </a:extLst>
          </p:cNvPr>
          <p:cNvSpPr/>
          <p:nvPr/>
        </p:nvSpPr>
        <p:spPr>
          <a:xfrm>
            <a:off x="968025" y="1893793"/>
            <a:ext cx="115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ROL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6712D3-9C6B-58B0-EC2B-4E11A490EB56}"/>
              </a:ext>
            </a:extLst>
          </p:cNvPr>
          <p:cNvSpPr/>
          <p:nvPr/>
        </p:nvSpPr>
        <p:spPr>
          <a:xfrm>
            <a:off x="968025" y="2883996"/>
            <a:ext cx="1152000" cy="360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Margem EBITDA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FBFDFF-A62E-C983-D6D7-01E550819680}"/>
              </a:ext>
            </a:extLst>
          </p:cNvPr>
          <p:cNvSpPr/>
          <p:nvPr/>
        </p:nvSpPr>
        <p:spPr>
          <a:xfrm>
            <a:off x="968025" y="3358953"/>
            <a:ext cx="1152000" cy="360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FCL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9DD8A52-091A-69AF-FA0C-18E6941F13B3}"/>
              </a:ext>
            </a:extLst>
          </p:cNvPr>
          <p:cNvSpPr/>
          <p:nvPr/>
        </p:nvSpPr>
        <p:spPr>
          <a:xfrm>
            <a:off x="968025" y="3854397"/>
            <a:ext cx="1152000" cy="360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Giro de Ativos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03745A67-978E-4DC2-8234-997F32EF43A6}"/>
              </a:ext>
            </a:extLst>
          </p:cNvPr>
          <p:cNvSpPr/>
          <p:nvPr/>
        </p:nvSpPr>
        <p:spPr>
          <a:xfrm>
            <a:off x="968025" y="4345260"/>
            <a:ext cx="1152000" cy="360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Capital Investido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12BBABFE-09C7-8CF6-8934-A9ABDCBD7B22}"/>
              </a:ext>
            </a:extLst>
          </p:cNvPr>
          <p:cNvSpPr/>
          <p:nvPr/>
        </p:nvSpPr>
        <p:spPr>
          <a:xfrm>
            <a:off x="968025" y="5337564"/>
            <a:ext cx="1152000" cy="360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ROIC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405387-DA31-D5B5-B46B-373C0A58EC60}"/>
              </a:ext>
            </a:extLst>
          </p:cNvPr>
          <p:cNvSpPr/>
          <p:nvPr/>
        </p:nvSpPr>
        <p:spPr>
          <a:xfrm>
            <a:off x="968025" y="4849847"/>
            <a:ext cx="1152000" cy="360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pt-BR" sz="110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Endividamento</a:t>
            </a:r>
            <a:endParaRPr lang="en-US" sz="1100" baseline="30000">
              <a:solidFill>
                <a:schemeClr val="tx1">
                  <a:lumMod val="75000"/>
                  <a:lumOff val="25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0C96E0-BA28-7DC4-6296-5350BD57E137}"/>
              </a:ext>
            </a:extLst>
          </p:cNvPr>
          <p:cNvCxnSpPr>
            <a:cxnSpLocks/>
          </p:cNvCxnSpPr>
          <p:nvPr/>
        </p:nvCxnSpPr>
        <p:spPr>
          <a:xfrm>
            <a:off x="968025" y="2814916"/>
            <a:ext cx="1100881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B091BEF-E55B-424A-06F2-B448CEEF7DC3}"/>
              </a:ext>
            </a:extLst>
          </p:cNvPr>
          <p:cNvCxnSpPr>
            <a:cxnSpLocks/>
          </p:cNvCxnSpPr>
          <p:nvPr/>
        </p:nvCxnSpPr>
        <p:spPr>
          <a:xfrm>
            <a:off x="968025" y="3294199"/>
            <a:ext cx="1100881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D8168D3-E1AE-5F5C-1C42-6C7622D201B8}"/>
              </a:ext>
            </a:extLst>
          </p:cNvPr>
          <p:cNvCxnSpPr>
            <a:cxnSpLocks/>
          </p:cNvCxnSpPr>
          <p:nvPr/>
        </p:nvCxnSpPr>
        <p:spPr>
          <a:xfrm>
            <a:off x="968025" y="3788281"/>
            <a:ext cx="1100881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434785E-CB54-5C1D-7AF8-7B6F9CADA53F}"/>
              </a:ext>
            </a:extLst>
          </p:cNvPr>
          <p:cNvCxnSpPr>
            <a:cxnSpLocks/>
          </p:cNvCxnSpPr>
          <p:nvPr/>
        </p:nvCxnSpPr>
        <p:spPr>
          <a:xfrm>
            <a:off x="968025" y="4776445"/>
            <a:ext cx="1100881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8CC2CD8-040F-5D23-7257-61B5A992E950}"/>
              </a:ext>
            </a:extLst>
          </p:cNvPr>
          <p:cNvCxnSpPr>
            <a:cxnSpLocks/>
          </p:cNvCxnSpPr>
          <p:nvPr/>
        </p:nvCxnSpPr>
        <p:spPr>
          <a:xfrm>
            <a:off x="968025" y="4282363"/>
            <a:ext cx="1100881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11B8329-1D73-6538-F5F7-0DBD100C0269}"/>
              </a:ext>
            </a:extLst>
          </p:cNvPr>
          <p:cNvCxnSpPr>
            <a:cxnSpLocks/>
          </p:cNvCxnSpPr>
          <p:nvPr/>
        </p:nvCxnSpPr>
        <p:spPr>
          <a:xfrm>
            <a:off x="968025" y="5270527"/>
            <a:ext cx="1100881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01C1972-C7AC-EBBC-8B2E-FB9EE3967F43}"/>
              </a:ext>
            </a:extLst>
          </p:cNvPr>
          <p:cNvSpPr/>
          <p:nvPr/>
        </p:nvSpPr>
        <p:spPr>
          <a:xfrm>
            <a:off x="5198558" y="979432"/>
            <a:ext cx="900000" cy="360000"/>
          </a:xfrm>
          <a:prstGeom prst="rect">
            <a:avLst/>
          </a:prstGeom>
          <a:solidFill>
            <a:srgbClr val="9BBB5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Arauco</a:t>
            </a:r>
            <a:endParaRPr lang="en-US" sz="120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FFAFBB2-9EAF-7A38-FEF3-6B165EC37B5A}"/>
              </a:ext>
            </a:extLst>
          </p:cNvPr>
          <p:cNvSpPr/>
          <p:nvPr/>
        </p:nvSpPr>
        <p:spPr>
          <a:xfrm>
            <a:off x="8112665" y="979432"/>
            <a:ext cx="900000" cy="360000"/>
          </a:xfrm>
          <a:prstGeom prst="rect">
            <a:avLst/>
          </a:prstGeom>
          <a:solidFill>
            <a:srgbClr val="74747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Repinho</a:t>
            </a:r>
            <a:endParaRPr lang="en-US" sz="120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E5A526A-875B-C60B-0201-3DDA79F75E7A}"/>
              </a:ext>
            </a:extLst>
          </p:cNvPr>
          <p:cNvSpPr/>
          <p:nvPr/>
        </p:nvSpPr>
        <p:spPr>
          <a:xfrm>
            <a:off x="9081129" y="979432"/>
            <a:ext cx="900000" cy="36000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Sudati</a:t>
            </a:r>
            <a:endParaRPr lang="en-US" sz="120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6325BE-2172-F894-264B-371C5C079D18}"/>
              </a:ext>
            </a:extLst>
          </p:cNvPr>
          <p:cNvSpPr/>
          <p:nvPr/>
        </p:nvSpPr>
        <p:spPr>
          <a:xfrm>
            <a:off x="3262841" y="979432"/>
            <a:ext cx="900000" cy="360000"/>
          </a:xfrm>
          <a:prstGeom prst="rect">
            <a:avLst/>
          </a:prstGeom>
          <a:solidFill>
            <a:srgbClr val="4BACC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Berneck</a:t>
            </a:r>
            <a:endParaRPr lang="en-US" sz="120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C0CD627-1A88-4987-5980-048579A5AD86}"/>
              </a:ext>
            </a:extLst>
          </p:cNvPr>
          <p:cNvSpPr/>
          <p:nvPr/>
        </p:nvSpPr>
        <p:spPr>
          <a:xfrm>
            <a:off x="10033398" y="979432"/>
            <a:ext cx="900000" cy="360000"/>
          </a:xfrm>
          <a:prstGeom prst="rect">
            <a:avLst/>
          </a:prstGeom>
          <a:solidFill>
            <a:srgbClr val="764B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Floraplac</a:t>
            </a:r>
            <a:endParaRPr lang="en-US" sz="120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0A60226-D3D8-78AA-2506-F761CC995AE9}"/>
              </a:ext>
            </a:extLst>
          </p:cNvPr>
          <p:cNvSpPr/>
          <p:nvPr/>
        </p:nvSpPr>
        <p:spPr>
          <a:xfrm>
            <a:off x="10988823" y="979432"/>
            <a:ext cx="90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Fibraplac</a:t>
            </a:r>
            <a:endParaRPr lang="en-US" sz="120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F2B15E-883E-8CE6-AAB8-6F1C9E11759B}"/>
              </a:ext>
            </a:extLst>
          </p:cNvPr>
          <p:cNvSpPr/>
          <p:nvPr/>
        </p:nvSpPr>
        <p:spPr>
          <a:xfrm>
            <a:off x="6166362" y="979432"/>
            <a:ext cx="900000" cy="360000"/>
          </a:xfrm>
          <a:prstGeom prst="rect">
            <a:avLst/>
          </a:prstGeom>
          <a:solidFill>
            <a:srgbClr val="8064A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</a:t>
            </a:r>
            <a:endParaRPr lang="en-US" sz="105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328626-FB88-0733-DCA3-0E34F4AB52C0}"/>
              </a:ext>
            </a:extLst>
          </p:cNvPr>
          <p:cNvSpPr txBox="1"/>
          <p:nvPr/>
        </p:nvSpPr>
        <p:spPr>
          <a:xfrm>
            <a:off x="6127761" y="1020933"/>
            <a:ext cx="104346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200">
                <a:solidFill>
                  <a:schemeClr val="bg1"/>
                </a:solidFill>
                <a:latin typeface="+mj-lt"/>
              </a:rPr>
              <a:t>Guararapes</a:t>
            </a:r>
            <a:endParaRPr lang="en-US" sz="12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56794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27FCA-AC6E-66AB-6D5E-1EB1A9F2E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3714656-ECAC-7216-2805-B299B789436C}"/>
              </a:ext>
            </a:extLst>
          </p:cNvPr>
          <p:cNvSpPr/>
          <p:nvPr/>
        </p:nvSpPr>
        <p:spPr>
          <a:xfrm>
            <a:off x="942625" y="2494617"/>
            <a:ext cx="115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EBITDA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9D2F36-0044-33B5-D0B9-A9ED990161F2}"/>
              </a:ext>
            </a:extLst>
          </p:cNvPr>
          <p:cNvSpPr txBox="1"/>
          <p:nvPr/>
        </p:nvSpPr>
        <p:spPr>
          <a:xfrm>
            <a:off x="1095024" y="1454334"/>
            <a:ext cx="854721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BR" sz="1100" i="1">
                <a:ea typeface="Roboto Black" panose="02000000000000000000" pitchFamily="2" charset="0"/>
                <a:cs typeface="Roboto Black" panose="02000000000000000000" pitchFamily="2" charset="0"/>
              </a:rPr>
              <a:t>R$ milhões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D29DF5-0F0A-E3E8-4A4F-F85EF2AC3F3F}"/>
              </a:ext>
            </a:extLst>
          </p:cNvPr>
          <p:cNvSpPr/>
          <p:nvPr/>
        </p:nvSpPr>
        <p:spPr>
          <a:xfrm>
            <a:off x="2377885" y="898497"/>
            <a:ext cx="1576975" cy="5617288"/>
          </a:xfrm>
          <a:prstGeom prst="rect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1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705DEB-64FA-8CC5-B5F9-8E8008EA8F58}"/>
              </a:ext>
            </a:extLst>
          </p:cNvPr>
          <p:cNvSpPr/>
          <p:nvPr/>
        </p:nvSpPr>
        <p:spPr>
          <a:xfrm>
            <a:off x="2437842" y="979432"/>
            <a:ext cx="1455604" cy="360000"/>
          </a:xfrm>
          <a:prstGeom prst="rect">
            <a:avLst/>
          </a:prstGeom>
          <a:solidFill>
            <a:srgbClr val="40404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Deca - Louças</a:t>
            </a:r>
            <a:endParaRPr lang="en-US" sz="120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5F340C-9F72-B780-980D-DF90604FBA4F}"/>
              </a:ext>
            </a:extLst>
          </p:cNvPr>
          <p:cNvSpPr/>
          <p:nvPr/>
        </p:nvSpPr>
        <p:spPr>
          <a:xfrm>
            <a:off x="10393496" y="979432"/>
            <a:ext cx="1455604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ED7D3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5DADA8-25B3-85ED-2A95-6EBA63F888AA}"/>
              </a:ext>
            </a:extLst>
          </p:cNvPr>
          <p:cNvSpPr/>
          <p:nvPr/>
        </p:nvSpPr>
        <p:spPr>
          <a:xfrm>
            <a:off x="942625" y="1906493"/>
            <a:ext cx="115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ROL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6310D6-B1CA-CE56-90F1-D82FF80CDC96}"/>
              </a:ext>
            </a:extLst>
          </p:cNvPr>
          <p:cNvSpPr/>
          <p:nvPr/>
        </p:nvSpPr>
        <p:spPr>
          <a:xfrm>
            <a:off x="942625" y="3082741"/>
            <a:ext cx="1152000" cy="360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Margem EBITDA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E6846C-1724-3B27-8905-31726783830F}"/>
              </a:ext>
            </a:extLst>
          </p:cNvPr>
          <p:cNvSpPr/>
          <p:nvPr/>
        </p:nvSpPr>
        <p:spPr>
          <a:xfrm>
            <a:off x="942625" y="3670865"/>
            <a:ext cx="1152000" cy="360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FCL/EBITDA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29BC5C-4F29-104F-134A-610E867860C0}"/>
              </a:ext>
            </a:extLst>
          </p:cNvPr>
          <p:cNvSpPr/>
          <p:nvPr/>
        </p:nvSpPr>
        <p:spPr>
          <a:xfrm>
            <a:off x="942625" y="4258989"/>
            <a:ext cx="1152000" cy="360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Giro de Ativos¹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4C6538-0EC5-B819-ED58-5AE6A40B5D2A}"/>
              </a:ext>
            </a:extLst>
          </p:cNvPr>
          <p:cNvSpPr/>
          <p:nvPr/>
        </p:nvSpPr>
        <p:spPr>
          <a:xfrm>
            <a:off x="942625" y="4847113"/>
            <a:ext cx="1152000" cy="360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Capital Investido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9B85C46-EA83-F6ED-5534-185E827D8FE4}"/>
              </a:ext>
            </a:extLst>
          </p:cNvPr>
          <p:cNvSpPr/>
          <p:nvPr/>
        </p:nvSpPr>
        <p:spPr>
          <a:xfrm>
            <a:off x="942625" y="6023364"/>
            <a:ext cx="1152000" cy="360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ROIC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9733556-774F-7694-A66A-2BB41AD6444D}"/>
              </a:ext>
            </a:extLst>
          </p:cNvPr>
          <p:cNvSpPr/>
          <p:nvPr/>
        </p:nvSpPr>
        <p:spPr>
          <a:xfrm>
            <a:off x="942625" y="5435237"/>
            <a:ext cx="1152000" cy="360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pt-BR" sz="110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Endividamento</a:t>
            </a:r>
            <a:endParaRPr lang="en-US" sz="1100" baseline="30000">
              <a:solidFill>
                <a:schemeClr val="tx1">
                  <a:lumMod val="75000"/>
                  <a:lumOff val="25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B1BFCC-04FD-187A-CA92-13151AF2B382}"/>
              </a:ext>
            </a:extLst>
          </p:cNvPr>
          <p:cNvSpPr/>
          <p:nvPr/>
        </p:nvSpPr>
        <p:spPr>
          <a:xfrm>
            <a:off x="4028973" y="979432"/>
            <a:ext cx="1455604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70AD4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pic>
        <p:nvPicPr>
          <p:cNvPr id="40" name="Picture 39" descr="brasília ">
            <a:extLst>
              <a:ext uri="{FF2B5EF4-FFF2-40B4-BE49-F238E27FC236}">
                <a16:creationId xmlns:a16="http://schemas.microsoft.com/office/drawing/2014/main" id="{B8016EF8-D169-F5CA-7B98-7279EE05C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5480" y="898292"/>
            <a:ext cx="252000" cy="25200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9EC57F58-94EA-7A78-B0BD-BBE9B055A941}"/>
              </a:ext>
            </a:extLst>
          </p:cNvPr>
          <p:cNvSpPr/>
          <p:nvPr/>
        </p:nvSpPr>
        <p:spPr>
          <a:xfrm>
            <a:off x="5620104" y="979432"/>
            <a:ext cx="1455604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F67EDC6-F57F-151F-DA4A-02F5BB39C9DA}"/>
              </a:ext>
            </a:extLst>
          </p:cNvPr>
          <p:cNvSpPr/>
          <p:nvPr/>
        </p:nvSpPr>
        <p:spPr>
          <a:xfrm>
            <a:off x="7211235" y="979432"/>
            <a:ext cx="1455604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F83795F-70BB-A062-2814-29194606D0D4}"/>
              </a:ext>
            </a:extLst>
          </p:cNvPr>
          <p:cNvSpPr/>
          <p:nvPr/>
        </p:nvSpPr>
        <p:spPr>
          <a:xfrm>
            <a:off x="8802366" y="979432"/>
            <a:ext cx="1455604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pic>
        <p:nvPicPr>
          <p:cNvPr id="50" name="Picture 49" descr="Icasa Louça Sanitária">
            <a:extLst>
              <a:ext uri="{FF2B5EF4-FFF2-40B4-BE49-F238E27FC236}">
                <a16:creationId xmlns:a16="http://schemas.microsoft.com/office/drawing/2014/main" id="{0D5EADF1-9657-9883-3735-714ADDC5C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781" y="949119"/>
            <a:ext cx="609601" cy="420625"/>
          </a:xfrm>
          <a:prstGeom prst="rect">
            <a:avLst/>
          </a:prstGeom>
        </p:spPr>
      </p:pic>
      <p:pic>
        <p:nvPicPr>
          <p:cNvPr id="54" name="Picture 53" descr="Roca Brasil se mobiliza para ajudar vítimas da enchente no Rio Grande do Sul">
            <a:extLst>
              <a:ext uri="{FF2B5EF4-FFF2-40B4-BE49-F238E27FC236}">
                <a16:creationId xmlns:a16="http://schemas.microsoft.com/office/drawing/2014/main" id="{82D56555-FC87-E695-7B67-87275EC7CA4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19284" y="1044624"/>
            <a:ext cx="657245" cy="247850"/>
          </a:xfrm>
          <a:prstGeom prst="rect">
            <a:avLst/>
          </a:prstGeom>
        </p:spPr>
      </p:pic>
      <p:pic>
        <p:nvPicPr>
          <p:cNvPr id="59" name="Picture 58" descr="Portal de Vendas">
            <a:extLst>
              <a:ext uri="{FF2B5EF4-FFF2-40B4-BE49-F238E27FC236}">
                <a16:creationId xmlns:a16="http://schemas.microsoft.com/office/drawing/2014/main" id="{30BC386A-704C-3C00-D30D-7F79888DBDF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38067" y="1035852"/>
            <a:ext cx="554183" cy="239603"/>
          </a:xfrm>
          <a:prstGeom prst="rect">
            <a:avLst/>
          </a:prstGeom>
        </p:spPr>
      </p:pic>
      <p:pic>
        <p:nvPicPr>
          <p:cNvPr id="60" name="Picture 59" descr="Ficheiro:TOTO logo.svg – Wikipédia, a enciclopédia livre">
            <a:extLst>
              <a:ext uri="{FF2B5EF4-FFF2-40B4-BE49-F238E27FC236}">
                <a16:creationId xmlns:a16="http://schemas.microsoft.com/office/drawing/2014/main" id="{86294F1A-20BD-C5F7-7005-75CA5835B9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2905" y="1073625"/>
            <a:ext cx="765015" cy="171530"/>
          </a:xfrm>
          <a:prstGeom prst="rect">
            <a:avLst/>
          </a:prstGeom>
        </p:spPr>
      </p:pic>
      <p:pic>
        <p:nvPicPr>
          <p:cNvPr id="62" name="Picture 61" descr="brasília ">
            <a:extLst>
              <a:ext uri="{FF2B5EF4-FFF2-40B4-BE49-F238E27FC236}">
                <a16:creationId xmlns:a16="http://schemas.microsoft.com/office/drawing/2014/main" id="{E1E3F679-2CE9-4E3D-6803-6BFA657D6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978" y="898292"/>
            <a:ext cx="252000" cy="252000"/>
          </a:xfrm>
          <a:prstGeom prst="rect">
            <a:avLst/>
          </a:prstGeom>
        </p:spPr>
      </p:pic>
      <p:pic>
        <p:nvPicPr>
          <p:cNvPr id="63" name="Picture 62" descr="brasília ">
            <a:extLst>
              <a:ext uri="{FF2B5EF4-FFF2-40B4-BE49-F238E27FC236}">
                <a16:creationId xmlns:a16="http://schemas.microsoft.com/office/drawing/2014/main" id="{4192CCD2-AE71-A511-ADE9-F72AD553C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8476" y="898292"/>
            <a:ext cx="252000" cy="252000"/>
          </a:xfrm>
          <a:prstGeom prst="rect">
            <a:avLst/>
          </a:prstGeom>
        </p:spPr>
      </p:pic>
      <p:pic>
        <p:nvPicPr>
          <p:cNvPr id="65" name="Picture 64" descr="bandeira do japão ">
            <a:extLst>
              <a:ext uri="{FF2B5EF4-FFF2-40B4-BE49-F238E27FC236}">
                <a16:creationId xmlns:a16="http://schemas.microsoft.com/office/drawing/2014/main" id="{09E9DD8E-B6C1-98D0-6BAA-8595CB468D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8623" y="898292"/>
            <a:ext cx="252000" cy="252000"/>
          </a:xfrm>
          <a:prstGeom prst="rect">
            <a:avLst/>
          </a:prstGeom>
        </p:spPr>
      </p:pic>
      <p:pic>
        <p:nvPicPr>
          <p:cNvPr id="66" name="Picture 65" descr="bandeira do japão ">
            <a:extLst>
              <a:ext uri="{FF2B5EF4-FFF2-40B4-BE49-F238E27FC236}">
                <a16:creationId xmlns:a16="http://schemas.microsoft.com/office/drawing/2014/main" id="{D585B3F4-F25C-9798-43FE-BE3AAF5F28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23100" y="898292"/>
            <a:ext cx="252000" cy="252000"/>
          </a:xfrm>
          <a:prstGeom prst="rect">
            <a:avLst/>
          </a:prstGeom>
        </p:spPr>
      </p:pic>
      <p:pic>
        <p:nvPicPr>
          <p:cNvPr id="69" name="Picture 68" descr="File:Lixil company logo.svg - Wikimedia Commons">
            <a:extLst>
              <a:ext uri="{FF2B5EF4-FFF2-40B4-BE49-F238E27FC236}">
                <a16:creationId xmlns:a16="http://schemas.microsoft.com/office/drawing/2014/main" id="{3F1DD58F-2606-A6DD-BF89-D7C2680713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4625" y="1053747"/>
            <a:ext cx="568835" cy="20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149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27FCA-AC6E-66AB-6D5E-1EB1A9F2E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3714656-ECAC-7216-2805-B299B789436C}"/>
              </a:ext>
            </a:extLst>
          </p:cNvPr>
          <p:cNvSpPr/>
          <p:nvPr/>
        </p:nvSpPr>
        <p:spPr>
          <a:xfrm>
            <a:off x="942625" y="2494617"/>
            <a:ext cx="115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noProof="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EBITDA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9D2F36-0044-33B5-D0B9-A9ED990161F2}"/>
              </a:ext>
            </a:extLst>
          </p:cNvPr>
          <p:cNvSpPr txBox="1"/>
          <p:nvPr/>
        </p:nvSpPr>
        <p:spPr>
          <a:xfrm>
            <a:off x="1095024" y="1454334"/>
            <a:ext cx="854721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BR" sz="1100" i="1" noProof="0">
                <a:ea typeface="Roboto Black" panose="02000000000000000000" pitchFamily="2" charset="0"/>
                <a:cs typeface="Roboto Black" panose="02000000000000000000" pitchFamily="2" charset="0"/>
              </a:rPr>
              <a:t>R$ milhões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D29DF5-0F0A-E3E8-4A4F-F85EF2AC3F3F}"/>
              </a:ext>
            </a:extLst>
          </p:cNvPr>
          <p:cNvSpPr/>
          <p:nvPr/>
        </p:nvSpPr>
        <p:spPr>
          <a:xfrm>
            <a:off x="2218527" y="898496"/>
            <a:ext cx="1411013" cy="5693491"/>
          </a:xfrm>
          <a:prstGeom prst="rect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pt-BR" sz="1100" noProof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705DEB-64FA-8CC5-B5F9-8E8008EA8F58}"/>
              </a:ext>
            </a:extLst>
          </p:cNvPr>
          <p:cNvSpPr/>
          <p:nvPr/>
        </p:nvSpPr>
        <p:spPr>
          <a:xfrm>
            <a:off x="2306946" y="979432"/>
            <a:ext cx="1211446" cy="360000"/>
          </a:xfrm>
          <a:prstGeom prst="rect">
            <a:avLst/>
          </a:prstGeom>
          <a:solidFill>
            <a:srgbClr val="40404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noProof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Deca - Metais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3977E9-EC92-2C24-909D-319660788482}"/>
              </a:ext>
            </a:extLst>
          </p:cNvPr>
          <p:cNvSpPr/>
          <p:nvPr/>
        </p:nvSpPr>
        <p:spPr>
          <a:xfrm>
            <a:off x="5119302" y="979432"/>
            <a:ext cx="1211446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noProof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5F340C-9F72-B780-980D-DF90604FBA4F}"/>
              </a:ext>
            </a:extLst>
          </p:cNvPr>
          <p:cNvSpPr/>
          <p:nvPr/>
        </p:nvSpPr>
        <p:spPr>
          <a:xfrm>
            <a:off x="9337836" y="979432"/>
            <a:ext cx="1211446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4472C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noProof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5DADA8-25B3-85ED-2A95-6EBA63F888AA}"/>
              </a:ext>
            </a:extLst>
          </p:cNvPr>
          <p:cNvSpPr/>
          <p:nvPr/>
        </p:nvSpPr>
        <p:spPr>
          <a:xfrm>
            <a:off x="942625" y="1906493"/>
            <a:ext cx="115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noProof="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ROL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6310D6-B1CA-CE56-90F1-D82FF80CDC96}"/>
              </a:ext>
            </a:extLst>
          </p:cNvPr>
          <p:cNvSpPr/>
          <p:nvPr/>
        </p:nvSpPr>
        <p:spPr>
          <a:xfrm>
            <a:off x="942625" y="3082741"/>
            <a:ext cx="1152000" cy="360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noProof="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Margem EBITDA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E6846C-1724-3B27-8905-31726783830F}"/>
              </a:ext>
            </a:extLst>
          </p:cNvPr>
          <p:cNvSpPr/>
          <p:nvPr/>
        </p:nvSpPr>
        <p:spPr>
          <a:xfrm>
            <a:off x="942625" y="3670865"/>
            <a:ext cx="1152000" cy="360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noProof="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FCL/EBITDA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29BC5C-4F29-104F-134A-610E867860C0}"/>
              </a:ext>
            </a:extLst>
          </p:cNvPr>
          <p:cNvSpPr/>
          <p:nvPr/>
        </p:nvSpPr>
        <p:spPr>
          <a:xfrm>
            <a:off x="942625" y="4258989"/>
            <a:ext cx="1152000" cy="360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noProof="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Giro de Ativos</a:t>
            </a:r>
            <a:r>
              <a:rPr lang="pt-BR" sz="1100" baseline="30000" noProof="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</a:t>
            </a:r>
            <a:endParaRPr lang="pt-BR" sz="1100" noProof="0">
              <a:solidFill>
                <a:schemeClr val="tx1">
                  <a:lumMod val="75000"/>
                  <a:lumOff val="25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4C6538-0EC5-B819-ED58-5AE6A40B5D2A}"/>
              </a:ext>
            </a:extLst>
          </p:cNvPr>
          <p:cNvSpPr/>
          <p:nvPr/>
        </p:nvSpPr>
        <p:spPr>
          <a:xfrm>
            <a:off x="942625" y="4847113"/>
            <a:ext cx="1152000" cy="360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noProof="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Capital Investido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9B85C46-EA83-F6ED-5534-185E827D8FE4}"/>
              </a:ext>
            </a:extLst>
          </p:cNvPr>
          <p:cNvSpPr/>
          <p:nvPr/>
        </p:nvSpPr>
        <p:spPr>
          <a:xfrm>
            <a:off x="942625" y="6023364"/>
            <a:ext cx="1152000" cy="360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noProof="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ROIC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9733556-774F-7694-A66A-2BB41AD6444D}"/>
              </a:ext>
            </a:extLst>
          </p:cNvPr>
          <p:cNvSpPr/>
          <p:nvPr/>
        </p:nvSpPr>
        <p:spPr>
          <a:xfrm>
            <a:off x="942625" y="5435237"/>
            <a:ext cx="1152000" cy="360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pt-BR" sz="1100" noProof="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Endividamento</a:t>
            </a:r>
            <a:endParaRPr lang="pt-BR" sz="1100" baseline="30000" noProof="0">
              <a:solidFill>
                <a:schemeClr val="tx1">
                  <a:lumMod val="75000"/>
                  <a:lumOff val="25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CF03113-B542-90DD-B263-8BD7CE626B71}"/>
              </a:ext>
            </a:extLst>
          </p:cNvPr>
          <p:cNvSpPr/>
          <p:nvPr/>
        </p:nvSpPr>
        <p:spPr>
          <a:xfrm>
            <a:off x="6525480" y="979432"/>
            <a:ext cx="1211446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EA961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noProof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F407AF8-E433-12C7-7897-00F4F23A1014}"/>
              </a:ext>
            </a:extLst>
          </p:cNvPr>
          <p:cNvSpPr/>
          <p:nvPr/>
        </p:nvSpPr>
        <p:spPr>
          <a:xfrm>
            <a:off x="10744014" y="979432"/>
            <a:ext cx="1211446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70AD4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pt-BR" sz="1200" noProof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C7103E3-2AAF-8688-CE77-7EF1506A9A8E}"/>
              </a:ext>
            </a:extLst>
          </p:cNvPr>
          <p:cNvSpPr/>
          <p:nvPr/>
        </p:nvSpPr>
        <p:spPr>
          <a:xfrm>
            <a:off x="3713124" y="979432"/>
            <a:ext cx="1211446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4BACC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noProof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E1FEDE-748E-5794-63EF-761DB94455F6}"/>
              </a:ext>
            </a:extLst>
          </p:cNvPr>
          <p:cNvSpPr/>
          <p:nvPr/>
        </p:nvSpPr>
        <p:spPr>
          <a:xfrm>
            <a:off x="7931658" y="979432"/>
            <a:ext cx="1211446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noProof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</a:t>
            </a:r>
          </a:p>
        </p:txBody>
      </p:sp>
      <p:pic>
        <p:nvPicPr>
          <p:cNvPr id="2" name="Picture 1" descr="brasília ">
            <a:extLst>
              <a:ext uri="{FF2B5EF4-FFF2-40B4-BE49-F238E27FC236}">
                <a16:creationId xmlns:a16="http://schemas.microsoft.com/office/drawing/2014/main" id="{C2DA21CA-4264-0F2E-DB17-03A430A71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960" y="834779"/>
            <a:ext cx="252000" cy="252000"/>
          </a:xfrm>
          <a:prstGeom prst="rect">
            <a:avLst/>
          </a:prstGeom>
        </p:spPr>
      </p:pic>
      <p:pic>
        <p:nvPicPr>
          <p:cNvPr id="3" name="Picture 2" descr="brasília ">
            <a:extLst>
              <a:ext uri="{FF2B5EF4-FFF2-40B4-BE49-F238E27FC236}">
                <a16:creationId xmlns:a16="http://schemas.microsoft.com/office/drawing/2014/main" id="{2FAF06E0-68F6-7F11-AE8E-724379AAF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896" y="834779"/>
            <a:ext cx="252000" cy="252000"/>
          </a:xfrm>
          <a:prstGeom prst="rect">
            <a:avLst/>
          </a:prstGeom>
        </p:spPr>
      </p:pic>
      <p:pic>
        <p:nvPicPr>
          <p:cNvPr id="6" name="Picture 5" descr="estados unidos ">
            <a:extLst>
              <a:ext uri="{FF2B5EF4-FFF2-40B4-BE49-F238E27FC236}">
                <a16:creationId xmlns:a16="http://schemas.microsoft.com/office/drawing/2014/main" id="{FB88E26F-F46C-C66B-0DD9-CA9111C44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832" y="834779"/>
            <a:ext cx="252000" cy="252000"/>
          </a:xfrm>
          <a:prstGeom prst="rect">
            <a:avLst/>
          </a:prstGeom>
        </p:spPr>
      </p:pic>
      <p:pic>
        <p:nvPicPr>
          <p:cNvPr id="7" name="Picture 6" descr="itália ">
            <a:extLst>
              <a:ext uri="{FF2B5EF4-FFF2-40B4-BE49-F238E27FC236}">
                <a16:creationId xmlns:a16="http://schemas.microsoft.com/office/drawing/2014/main" id="{594D3F1C-4E94-BCC7-F230-CDD232E99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5768" y="834779"/>
            <a:ext cx="252000" cy="252000"/>
          </a:xfrm>
          <a:prstGeom prst="rect">
            <a:avLst/>
          </a:prstGeom>
        </p:spPr>
      </p:pic>
      <p:pic>
        <p:nvPicPr>
          <p:cNvPr id="8" name="Picture 7" descr="suíça ">
            <a:extLst>
              <a:ext uri="{FF2B5EF4-FFF2-40B4-BE49-F238E27FC236}">
                <a16:creationId xmlns:a16="http://schemas.microsoft.com/office/drawing/2014/main" id="{AE28A820-E765-FA40-EC29-7F87B4435A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8704" y="834779"/>
            <a:ext cx="252000" cy="252000"/>
          </a:xfrm>
          <a:prstGeom prst="rect">
            <a:avLst/>
          </a:prstGeom>
        </p:spPr>
      </p:pic>
      <p:pic>
        <p:nvPicPr>
          <p:cNvPr id="9" name="Picture 8" descr="alemanha ">
            <a:extLst>
              <a:ext uri="{FF2B5EF4-FFF2-40B4-BE49-F238E27FC236}">
                <a16:creationId xmlns:a16="http://schemas.microsoft.com/office/drawing/2014/main" id="{AD86EBD9-FE9E-EE59-4888-9BC777E9D1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1640" y="834779"/>
            <a:ext cx="252000" cy="252000"/>
          </a:xfrm>
          <a:prstGeom prst="rect">
            <a:avLst/>
          </a:prstGeom>
        </p:spPr>
      </p:pic>
      <p:pic>
        <p:nvPicPr>
          <p:cNvPr id="10" name="Picture 9" descr="Onde encontrar DOCOL">
            <a:extLst>
              <a:ext uri="{FF2B5EF4-FFF2-40B4-BE49-F238E27FC236}">
                <a16:creationId xmlns:a16="http://schemas.microsoft.com/office/drawing/2014/main" id="{6EE2AB1E-75AC-24C8-25B4-E7211CA0307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93446" y="990208"/>
            <a:ext cx="846401" cy="338559"/>
          </a:xfrm>
          <a:prstGeom prst="rect">
            <a:avLst/>
          </a:prstGeom>
        </p:spPr>
      </p:pic>
      <p:pic>
        <p:nvPicPr>
          <p:cNvPr id="11" name="Picture 10" descr="logotipo fabrimar novo_1_ÍNDIO DA COSTA AUDT | FABRIMAR // ASCOM | Flickr">
            <a:extLst>
              <a:ext uri="{FF2B5EF4-FFF2-40B4-BE49-F238E27FC236}">
                <a16:creationId xmlns:a16="http://schemas.microsoft.com/office/drawing/2014/main" id="{548AD334-C489-6221-6B99-DB3C8908EA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8680" y="1096371"/>
            <a:ext cx="928351" cy="177866"/>
          </a:xfrm>
          <a:prstGeom prst="rect">
            <a:avLst/>
          </a:prstGeom>
        </p:spPr>
      </p:pic>
      <p:pic>
        <p:nvPicPr>
          <p:cNvPr id="12" name="Picture 11" descr="File:Masco Co. logo.svg - Wikimedia Commons">
            <a:extLst>
              <a:ext uri="{FF2B5EF4-FFF2-40B4-BE49-F238E27FC236}">
                <a16:creationId xmlns:a16="http://schemas.microsoft.com/office/drawing/2014/main" id="{88F0498E-E3AE-08FE-83C0-DE434FC049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50923" y="1070038"/>
            <a:ext cx="767232" cy="186214"/>
          </a:xfrm>
          <a:prstGeom prst="rect">
            <a:avLst/>
          </a:prstGeom>
        </p:spPr>
      </p:pic>
      <p:pic>
        <p:nvPicPr>
          <p:cNvPr id="13" name="Picture 12" descr="Gessi Systems - Official store for Gessi taps spare parts - Gessi EN">
            <a:extLst>
              <a:ext uri="{FF2B5EF4-FFF2-40B4-BE49-F238E27FC236}">
                <a16:creationId xmlns:a16="http://schemas.microsoft.com/office/drawing/2014/main" id="{4B600596-3CA9-51F7-C528-DB46073B4676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41581" y="1044682"/>
            <a:ext cx="388622" cy="221463"/>
          </a:xfrm>
          <a:prstGeom prst="rect">
            <a:avLst/>
          </a:prstGeom>
        </p:spPr>
      </p:pic>
      <p:pic>
        <p:nvPicPr>
          <p:cNvPr id="14" name="Picture 13" descr="File:Geberit-Logo.svg - Wikimedia Commons">
            <a:extLst>
              <a:ext uri="{FF2B5EF4-FFF2-40B4-BE49-F238E27FC236}">
                <a16:creationId xmlns:a16="http://schemas.microsoft.com/office/drawing/2014/main" id="{F6469AAB-4DFA-56A4-F82B-03B36624E0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84196" y="1079714"/>
            <a:ext cx="928350" cy="160285"/>
          </a:xfrm>
          <a:prstGeom prst="rect">
            <a:avLst/>
          </a:prstGeom>
        </p:spPr>
      </p:pic>
      <p:pic>
        <p:nvPicPr>
          <p:cNvPr id="48" name="Picture 47" descr="File:Villeroy &amp; Boch logo inverse.svg - Wikimedia Commons">
            <a:extLst>
              <a:ext uri="{FF2B5EF4-FFF2-40B4-BE49-F238E27FC236}">
                <a16:creationId xmlns:a16="http://schemas.microsoft.com/office/drawing/2014/main" id="{D29A241E-3FB5-1E8A-525F-BA9C65B94980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6019"/>
          <a:stretch>
            <a:fillRect/>
          </a:stretch>
        </p:blipFill>
        <p:spPr>
          <a:xfrm>
            <a:off x="10818064" y="1020895"/>
            <a:ext cx="1039532" cy="3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307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AD618-05D1-5385-54F3-265641F76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1775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DC41C-249E-A966-9DCC-0EA6AA3E0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91551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652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5&quot;&gt;&lt;elem m_fUsage=&quot;1.00000000000000000000E+00&quot;&gt;&lt;m_msothmcolidx val=&quot;0&quot;/&gt;&lt;m_rgb r=&quot;4E&quot; g=&quot;A7&quot; b=&quot;2E&quot;/&gt;&lt;/elem&gt;&lt;elem m_fUsage=&quot;9.00000000000000022204E-01&quot;&gt;&lt;m_msothmcolidx val=&quot;0&quot;/&gt;&lt;m_rgb r=&quot;E9&quot; g=&quot;71&quot; b=&quot;32&quot;/&gt;&lt;/elem&gt;&lt;elem m_fUsage=&quot;8.10000000000000053291E-01&quot;&gt;&lt;m_msothmcolidx val=&quot;0&quot;/&gt;&lt;m_rgb r=&quot;A5&quot; g=&quot;CD&quot; b=&quot;FA&quot;/&gt;&lt;/elem&gt;&lt;elem m_fUsage=&quot;7.29000000000000092371E-01&quot;&gt;&lt;m_msothmcolidx val=&quot;0&quot;/&gt;&lt;m_rgb r=&quot;15&quot; g=&quot;60&quot; b=&quot;82&quot;/&gt;&lt;/elem&gt;&lt;elem m_fUsage=&quot;6.56100000000000127542E-01&quot;&gt;&lt;m_msothmcolidx val=&quot;0&quot;/&gt;&lt;m_rgb r=&quot;19&quot; g=&quot;6B&quot; b=&quot;24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site Dexco 2025 02">
  <a:themeElements>
    <a:clrScheme name="Dexco institucional">
      <a:dk1>
        <a:sysClr val="windowText" lastClr="000000"/>
      </a:dk1>
      <a:lt1>
        <a:sysClr val="window" lastClr="FFFFFF"/>
      </a:lt1>
      <a:dk2>
        <a:srgbClr val="000000"/>
      </a:dk2>
      <a:lt2>
        <a:srgbClr val="E8E8E8"/>
      </a:lt2>
      <a:accent1>
        <a:srgbClr val="BFBFBF"/>
      </a:accent1>
      <a:accent2>
        <a:srgbClr val="A5A5A5"/>
      </a:accent2>
      <a:accent3>
        <a:srgbClr val="7F7F7F"/>
      </a:accent3>
      <a:accent4>
        <a:srgbClr val="7F7F7F"/>
      </a:accent4>
      <a:accent5>
        <a:srgbClr val="595959"/>
      </a:accent5>
      <a:accent6>
        <a:srgbClr val="3F3F3F"/>
      </a:accent6>
      <a:hlink>
        <a:srgbClr val="00B0F0"/>
      </a:hlink>
      <a:folHlink>
        <a:srgbClr val="0070C0"/>
      </a:folHlink>
    </a:clrScheme>
    <a:fontScheme name="Fontes Dexco">
      <a:majorFont>
        <a:latin typeface="Roboto Black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ncontro de Lideranças_FCL_vteste" id="{46EBFC57-228D-4840-89D4-B7066805065C}" vid="{2A2DD05B-20C4-491D-848E-52754B1AF181}"/>
    </a:ext>
  </a:extLst>
</a:theme>
</file>

<file path=ppt/theme/theme2.xml><?xml version="1.0" encoding="utf-8"?>
<a:theme xmlns:a="http://schemas.openxmlformats.org/drawingml/2006/main" name="4_Personalizar design">
  <a:themeElements>
    <a:clrScheme name="Dexco Cultura">
      <a:dk1>
        <a:srgbClr val="171717"/>
      </a:dk1>
      <a:lt1>
        <a:sysClr val="window" lastClr="FFFFFF"/>
      </a:lt1>
      <a:dk2>
        <a:srgbClr val="1F1F1F"/>
      </a:dk2>
      <a:lt2>
        <a:srgbClr val="E8E8E8"/>
      </a:lt2>
      <a:accent1>
        <a:srgbClr val="EA9618"/>
      </a:accent1>
      <a:accent2>
        <a:srgbClr val="D8428B"/>
      </a:accent2>
      <a:accent3>
        <a:srgbClr val="E5302F"/>
      </a:accent3>
      <a:accent4>
        <a:srgbClr val="089DD0"/>
      </a:accent4>
      <a:accent5>
        <a:srgbClr val="B0C012"/>
      </a:accent5>
      <a:accent6>
        <a:srgbClr val="614A94"/>
      </a:accent6>
      <a:hlink>
        <a:srgbClr val="00B0F0"/>
      </a:hlink>
      <a:folHlink>
        <a:srgbClr val="0070C0"/>
      </a:folHlink>
    </a:clrScheme>
    <a:fontScheme name="Fontes Dexco">
      <a:majorFont>
        <a:latin typeface="Roboto Black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ncontro de Lideranças_FCL_vteste" id="{46EBFC57-228D-4840-89D4-B7066805065C}" vid="{F6ABFBF5-6BB2-4FF3-A4B4-15A0B25913B9}"/>
    </a:ext>
  </a:extLst>
</a:theme>
</file>

<file path=ppt/theme/theme3.xml><?xml version="1.0" encoding="utf-8"?>
<a:theme xmlns:a="http://schemas.openxmlformats.org/drawingml/2006/main" name="3_Tema do Office">
  <a:themeElements>
    <a:clrScheme name="Dexco institucional">
      <a:dk1>
        <a:sysClr val="windowText" lastClr="000000"/>
      </a:dk1>
      <a:lt1>
        <a:sysClr val="window" lastClr="FFFFFF"/>
      </a:lt1>
      <a:dk2>
        <a:srgbClr val="000000"/>
      </a:dk2>
      <a:lt2>
        <a:srgbClr val="E8E8E8"/>
      </a:lt2>
      <a:accent1>
        <a:srgbClr val="BFBFBF"/>
      </a:accent1>
      <a:accent2>
        <a:srgbClr val="A5A5A5"/>
      </a:accent2>
      <a:accent3>
        <a:srgbClr val="7F7F7F"/>
      </a:accent3>
      <a:accent4>
        <a:srgbClr val="7F7F7F"/>
      </a:accent4>
      <a:accent5>
        <a:srgbClr val="595959"/>
      </a:accent5>
      <a:accent6>
        <a:srgbClr val="3F3F3F"/>
      </a:accent6>
      <a:hlink>
        <a:srgbClr val="00B0F0"/>
      </a:hlink>
      <a:folHlink>
        <a:srgbClr val="0070C0"/>
      </a:folHlink>
    </a:clrScheme>
    <a:fontScheme name="Fontes Dexco">
      <a:majorFont>
        <a:latin typeface="Roboto Black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ncontro de Lideranças_FCL_vteste" id="{46EBFC57-228D-4840-89D4-B7066805065C}" vid="{1B01F47E-A46E-4BE6-BC0F-A17D83138A67}"/>
    </a:ext>
  </a:extLst>
</a:theme>
</file>

<file path=ppt/theme/theme4.xml><?xml version="1.0" encoding="utf-8"?>
<a:theme xmlns:a="http://schemas.openxmlformats.org/drawingml/2006/main" name="4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ncontro de Lideranças_FCL_vteste" id="{46EBFC57-228D-4840-89D4-B7066805065C}" vid="{6429251F-AE5E-4F9D-84A2-89934089B568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278CF72-88A2-439B-B521-741DC38814F0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d9a6ed3e-5400-424b-acde-4996c80a53ed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7169BB5B251924697CB34317FEDA88E" ma:contentTypeVersion="18" ma:contentTypeDescription="Crie um novo documento." ma:contentTypeScope="" ma:versionID="71d747065b1606ace8d864d5337db00c">
  <xsd:schema xmlns:xsd="http://www.w3.org/2001/XMLSchema" xmlns:xs="http://www.w3.org/2001/XMLSchema" xmlns:p="http://schemas.microsoft.com/office/2006/metadata/properties" xmlns:ns2="0f14dfe4-97b2-4b9d-8f21-b592558a82ab" xmlns:ns3="5005d21a-3d37-4221-801c-3fbbb36a7454" targetNamespace="http://schemas.microsoft.com/office/2006/metadata/properties" ma:root="true" ma:fieldsID="937680e2865f354442e3997fd9eedcd5" ns2:_="" ns3:_="">
    <xsd:import namespace="0f14dfe4-97b2-4b9d-8f21-b592558a82ab"/>
    <xsd:import namespace="5005d21a-3d37-4221-801c-3fbbb36a74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14dfe4-97b2-4b9d-8f21-b592558a82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ceafcbfe-0cbd-420f-85bc-eace183fd7e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05d21a-3d37-4221-801c-3fbbb36a745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24fbb546-68cf-4e68-9e43-d0a90b9f9576}" ma:internalName="TaxCatchAll" ma:showField="CatchAllData" ma:web="5005d21a-3d37-4221-801c-3fbbb36a74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005d21a-3d37-4221-801c-3fbbb36a7454" xsi:nil="true"/>
    <lcf76f155ced4ddcb4097134ff3c332f xmlns="0f14dfe4-97b2-4b9d-8f21-b592558a82ab">
      <Terms xmlns="http://schemas.microsoft.com/office/infopath/2007/PartnerControls"/>
    </lcf76f155ced4ddcb4097134ff3c332f>
    <SharedWithUsers xmlns="5005d21a-3d37-4221-801c-3fbbb36a7454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A59DCC78-7E42-4381-8A97-6E4E89F7299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97EC3F-EFE4-429E-83F2-A13B655C3D94}">
  <ds:schemaRefs>
    <ds:schemaRef ds:uri="0f14dfe4-97b2-4b9d-8f21-b592558a82ab"/>
    <ds:schemaRef ds:uri="5005d21a-3d37-4221-801c-3fbbb36a745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21F3E63-B129-4C2F-AFBF-D31A0462DF5E}">
  <ds:schemaRefs>
    <ds:schemaRef ds:uri="0f14dfe4-97b2-4b9d-8f21-b592558a82ab"/>
    <ds:schemaRef ds:uri="5005d21a-3d37-4221-801c-3fbbb36a745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Encontro de Lideranças_FCL_vteste</Template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Offsite Dexco 2025 02</vt:lpstr>
      <vt:lpstr>4_Personalizar design</vt:lpstr>
      <vt:lpstr>3_Tema do Office</vt:lpstr>
      <vt:lpstr>4_Tema do Office</vt:lpstr>
      <vt:lpstr>Análise de Peers </vt:lpstr>
      <vt:lpstr>Análise de Peers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Sophia Faria Uveda</dc:creator>
  <cp:revision>1</cp:revision>
  <cp:lastPrinted>2026-01-26T12:36:28Z</cp:lastPrinted>
  <dcterms:created xsi:type="dcterms:W3CDTF">2026-04-01T14:57:13Z</dcterms:created>
  <dcterms:modified xsi:type="dcterms:W3CDTF">2026-10-01T19:22:22Z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f13d6b-8409-435a-bdb4-7fbaf6279b43_Enabled">
    <vt:lpwstr>true</vt:lpwstr>
  </property>
  <property fmtid="{D5CDD505-2E9C-101B-9397-08002B2CF9AE}" pid="3" name="MSIP_Label_8ef13d6b-8409-435a-bdb4-7fbaf6279b43_SetDate">
    <vt:lpwstr>2025-01-06T13:22:53Z</vt:lpwstr>
  </property>
  <property fmtid="{D5CDD505-2E9C-101B-9397-08002B2CF9AE}" pid="4" name="MSIP_Label_8ef13d6b-8409-435a-bdb4-7fbaf6279b43_Method">
    <vt:lpwstr>Standard</vt:lpwstr>
  </property>
  <property fmtid="{D5CDD505-2E9C-101B-9397-08002B2CF9AE}" pid="5" name="MSIP_Label_8ef13d6b-8409-435a-bdb4-7fbaf6279b43_Name">
    <vt:lpwstr>Publico</vt:lpwstr>
  </property>
  <property fmtid="{D5CDD505-2E9C-101B-9397-08002B2CF9AE}" pid="6" name="MSIP_Label_8ef13d6b-8409-435a-bdb4-7fbaf6279b43_SiteId">
    <vt:lpwstr>8483f5da-75f1-4c68-8a9a-64db18715699</vt:lpwstr>
  </property>
  <property fmtid="{D5CDD505-2E9C-101B-9397-08002B2CF9AE}" pid="7" name="MSIP_Label_8ef13d6b-8409-435a-bdb4-7fbaf6279b43_ActionId">
    <vt:lpwstr>ef41c4ff-04de-42ab-b065-6340f2ec63c5</vt:lpwstr>
  </property>
  <property fmtid="{D5CDD505-2E9C-101B-9397-08002B2CF9AE}" pid="8" name="MSIP_Label_8ef13d6b-8409-435a-bdb4-7fbaf6279b43_ContentBits">
    <vt:lpwstr>0</vt:lpwstr>
  </property>
  <property fmtid="{D5CDD505-2E9C-101B-9397-08002B2CF9AE}" pid="9" name="ContentTypeId">
    <vt:lpwstr>0x01010037169BB5B251924697CB34317FEDA88E</vt:lpwstr>
  </property>
  <property fmtid="{D5CDD505-2E9C-101B-9397-08002B2CF9AE}" pid="10" name="Order">
    <vt:r8>1784700</vt:r8>
  </property>
  <property fmtid="{D5CDD505-2E9C-101B-9397-08002B2CF9AE}" pid="11" name="xd_Signature">
    <vt:bool>false</vt:bool>
  </property>
  <property fmtid="{D5CDD505-2E9C-101B-9397-08002B2CF9AE}" pid="12" name="xd_ProgID">
    <vt:lpwstr/>
  </property>
  <property fmtid="{D5CDD505-2E9C-101B-9397-08002B2CF9AE}" pid="13" name="ComplianceAssetId">
    <vt:lpwstr/>
  </property>
  <property fmtid="{D5CDD505-2E9C-101B-9397-08002B2CF9AE}" pid="14" name="TemplateUrl">
    <vt:lpwstr/>
  </property>
  <property fmtid="{D5CDD505-2E9C-101B-9397-08002B2CF9AE}" pid="15" name="_ExtendedDescription">
    <vt:lpwstr/>
  </property>
  <property fmtid="{D5CDD505-2E9C-101B-9397-08002B2CF9AE}" pid="16" name="TriggerFlowInfo">
    <vt:lpwstr/>
  </property>
  <property fmtid="{D5CDD505-2E9C-101B-9397-08002B2CF9AE}" pid="17" name="MediaServiceImageTags">
    <vt:lpwstr/>
  </property>
</Properties>
</file>